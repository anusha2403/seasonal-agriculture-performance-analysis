
<file path=[Content_Types].xml><?xml version="1.0" encoding="utf-8"?>
<Types xmlns="http://schemas.openxmlformats.org/package/2006/content-types">
  <Default Extension="jpg" ContentType="image/jpeg"/>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customXml/itemProps1.xml" ContentType="application/vnd.openxmlformats-officedocument.customXmlProperties+xml"/>
  <Override PartName="/ppt/slideLayouts/slideLayout8.xml" ContentType="application/vnd.openxmlformats-officedocument.presentationml.slideLayout+xml"/>
  <Override PartName="/customXml/itemProps2.xml" ContentType="application/vnd.openxmlformats-officedocument.customXmlProperties+xml"/>
  <Override PartName="/ppt/slideLayouts/slideLayout10.xml" ContentType="application/vnd.openxmlformats-officedocument.presentationml.slideLayout+xml"/>
  <Override PartName="/ppt/presentation.xml" ContentType="application/vnd.openxmlformats-officedocument.presentationml.presentation.main+xml"/>
  <Override PartName="/ppt/slideLayouts/slideLayout9.xml" ContentType="application/vnd.openxmlformats-officedocument.presentationml.slideLayout+xml"/>
  <Override PartName="/customXml/itemProps3.xml" ContentType="application/vnd.openxmlformats-officedocument.customXmlProperties+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heme/theme1.xml" ContentType="application/vnd.openxmlformats-officedocument.theme+xml"/>
  <Override PartName="/ppt/theme/theme2.xml" ContentType="application/vnd.openxmlformats-officedocument.theme+xml"/>
  <Override PartName="/ppt/slideLayouts/slideLayout18.xml" ContentType="application/vnd.openxmlformats-officedocument.presentationml.slideLayout+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slides/slide11.xml" ContentType="application/vnd.openxmlformats-officedocument.presentationml.slide+xml"/>
  <Override PartName="/ppt/slides/slide8.xml" ContentType="application/vnd.openxmlformats-officedocument.presentationml.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s/slide10.xml" ContentType="application/vnd.openxmlformats-officedocument.presentationml.slide+xml"/>
  <Override PartName="/ppt/slides/slide9.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4"/>
  </p:sldMasterIdLst>
  <p:notesMasterIdLst>
    <p:notesMasterId r:id="rId21"/>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2000" cy="6858000"/>
  <p:notesSz cx="6858000" cy="9144000"/>
  <p:custDataLst>
    <p:custData r:id="rId1"/>
    <p:custData r:id="rId2"/>
    <p:custData r:id="rId3"/>
  </p:custDataLst>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82" d="100"/>
          <a:sy n="82" d="100"/>
        </p:scale>
        <p:origin x="624" y="72"/>
      </p:cViewPr>
      <p:guideLst>
        <p:guide pos="1968" orient="horz"/>
        <p:guide pos="408"/>
        <p:guide pos="3912" orient="horz"/>
        <p:guide pos="7272"/>
        <p:guide pos="1656"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theme" Target="theme/theme1.xml"/><Relationship Id="rId6" Type="http://schemas.openxmlformats.org/officeDocument/2006/relationships/theme" Target="theme/theme2.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notesMaster" Target="notesMasters/notesMaster1.xml"/><Relationship Id="rId22" Type="http://schemas.openxmlformats.org/officeDocument/2006/relationships/presProps" Target="presProps.xml" /><Relationship Id="rId23" Type="http://schemas.openxmlformats.org/officeDocument/2006/relationships/tableStyles" Target="tableStyles.xml" /><Relationship Id="rId24"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300670327"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502905456"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2D9EC30E-1A71-4188-9BE7-E2A64929A436}" type="datetimeFigureOut">
              <a:rPr lang="en-US"/>
              <a:t>9/6/2026</a:t>
            </a:fld>
            <a:endParaRPr lang="en-US"/>
          </a:p>
        </p:txBody>
      </p:sp>
      <p:sp>
        <p:nvSpPr>
          <p:cNvPr id="976058747"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276873316"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09576834"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207080090"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8530193B-564F-4854-8A52-728F3FB19C85}"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F9CAC86-67AF-0FEB-8B7D-8682B097A25F}"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A90B5C7-C276-BD00-E7CE-B0E1D6A178E2}"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0EE0148-AA9A-3D5E-7F08-2D40AA61DFEE}"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BCD161C-BC06-709A-AD18-3498E818E496}"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52975725" name="Slide Image Placeholder 1"/>
          <p:cNvSpPr>
            <a:spLocks noChangeAspect="1" noGrp="1" noRot="1"/>
          </p:cNvSpPr>
          <p:nvPr>
            <p:ph type="sldImg"/>
          </p:nvPr>
        </p:nvSpPr>
        <p:spPr bwMode="auto"/>
      </p:sp>
      <p:sp>
        <p:nvSpPr>
          <p:cNvPr id="1708323009" name="Notes Placeholder 2"/>
          <p:cNvSpPr>
            <a:spLocks noGrp="1"/>
          </p:cNvSpPr>
          <p:nvPr>
            <p:ph type="body" idx="1"/>
          </p:nvPr>
        </p:nvSpPr>
        <p:spPr bwMode="auto"/>
        <p:txBody>
          <a:bodyPr/>
          <a:lstStyle/>
          <a:p>
            <a:pPr>
              <a:defRPr/>
            </a:pPr>
            <a:endParaRPr lang="en-US"/>
          </a:p>
        </p:txBody>
      </p:sp>
      <p:sp>
        <p:nvSpPr>
          <p:cNvPr id="109798924" name="Slide Number Placeholder 3"/>
          <p:cNvSpPr>
            <a:spLocks noGrp="1"/>
          </p:cNvSpPr>
          <p:nvPr>
            <p:ph type="sldNum" sz="quarter" idx="5"/>
          </p:nvPr>
        </p:nvSpPr>
        <p:spPr bwMode="auto"/>
        <p:txBody>
          <a:bodyPr/>
          <a:lstStyle/>
          <a:p>
            <a:pPr>
              <a:defRPr/>
            </a:pPr>
            <a:fld id="{8530193B-564F-4854-8A52-728F3FB19C85}"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7DE5889-370A-EC45-ED40-232A04A46027}"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8AC8B80-C365-42A6-069A-D3738277B44E}"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2DD625B-B2AE-A2C1-CBA8-9E464314E503}"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3E16755-74C4-144B-AC40-4B803DBAA1A6}"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59BE98C-1E11-A1CA-3330-3FAC0F334A16}"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C3B6080-0F2B-B528-915F-0C861F1D6FCC}"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CF97388-45C2-9C5E-3B9B-6E5705C3C8ED}"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F9EB54A-680C-B4C2-512E-C93258B7E804}"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8F72D7D-6A5D-ED75-F6FE-1900F377067F}"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title" userDrawn="1">
  <p:cSld name="Title Slide">
    <p:spTree>
      <p:nvGrpSpPr>
        <p:cNvPr id="1" name=""/>
        <p:cNvGrpSpPr/>
        <p:nvPr/>
      </p:nvGrpSpPr>
      <p:grpSpPr bwMode="auto">
        <a:xfrm>
          <a:off x="0" y="0"/>
          <a:ext cx="0" cy="0"/>
          <a:chOff x="0" y="0"/>
          <a:chExt cx="0" cy="0"/>
        </a:xfrm>
      </p:grpSpPr>
      <p:grpSp>
        <p:nvGrpSpPr>
          <p:cNvPr id="986883662" name="Group 15"/>
          <p:cNvGrpSpPr/>
          <p:nvPr/>
        </p:nvGrpSpPr>
        <p:grpSpPr bwMode="auto">
          <a:xfrm>
            <a:off x="0" y="-8467"/>
            <a:ext cx="12192000" cy="6866466"/>
            <a:chOff x="0" y="-8467"/>
            <a:chExt cx="12192000" cy="6866466"/>
          </a:xfrm>
        </p:grpSpPr>
        <p:sp>
          <p:nvSpPr>
            <p:cNvPr id="15" name="Freeform 14"/>
            <p:cNvSpPr/>
            <p:nvPr/>
          </p:nvSpPr>
          <p:spPr bwMode="auto">
            <a:xfrm>
              <a:off x="0" y="-7862"/>
              <a:ext cx="863599" cy="5698067"/>
            </a:xfrm>
            <a:custGeom>
              <a:avLst/>
              <a:gdLst/>
              <a:ahLst/>
              <a:cxnLst/>
              <a:rect l="l" t="t" r="r" b="b"/>
              <a:pathLst>
                <a:path w="863600" h="5698067" fill="norm" stroke="1" extrusionOk="0">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bwMode="auto">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bwMode="auto">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bwMode="auto">
            <a:xfrm>
              <a:off x="9181476" y="-8467"/>
              <a:ext cx="3007349" cy="6866466"/>
            </a:xfrm>
            <a:custGeom>
              <a:avLst/>
              <a:gdLst/>
              <a:ahLst/>
              <a:cxnLst/>
              <a:rect l="l" t="t" r="r" b="b"/>
              <a:pathLst>
                <a:path w="3007349" h="6866467" fill="norm" stroke="1" extrusionOk="0">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bwMode="auto">
            <a:xfrm>
              <a:off x="9603442" y="-8467"/>
              <a:ext cx="2588558" cy="6866466"/>
            </a:xfrm>
            <a:custGeom>
              <a:avLst/>
              <a:gdLst/>
              <a:ahLst/>
              <a:cxnLst/>
              <a:rect l="l" t="t" r="r" b="b"/>
              <a:pathLst>
                <a:path w="2573311" h="6866467" fill="norm" stroke="1" extrusionOk="0">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bwMode="auto">
            <a:xfrm>
              <a:off x="8932333" y="3048000"/>
              <a:ext cx="3259666"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bwMode="auto">
            <a:xfrm>
              <a:off x="9334500" y="-8467"/>
              <a:ext cx="2854326" cy="6866466"/>
            </a:xfrm>
            <a:custGeom>
              <a:avLst/>
              <a:gdLst/>
              <a:ahLst/>
              <a:cxnLst/>
              <a:rect l="l" t="t" r="r" b="b"/>
              <a:pathLst>
                <a:path w="2858013" h="6866467" fill="norm" stroke="1" extrusionOk="0">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bwMode="auto">
            <a:xfrm>
              <a:off x="10898730" y="-8467"/>
              <a:ext cx="1290094" cy="6866466"/>
            </a:xfrm>
            <a:custGeom>
              <a:avLst/>
              <a:gdLst/>
              <a:ahLst/>
              <a:cxnLst/>
              <a:rect l="l" t="t" r="r" b="b"/>
              <a:pathLst>
                <a:path w="1290094" h="6858000" fill="norm" stroke="1" extrusionOk="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bwMode="auto">
            <a:xfrm>
              <a:off x="10938999" y="-8467"/>
              <a:ext cx="1249825" cy="6866466"/>
            </a:xfrm>
            <a:custGeom>
              <a:avLst/>
              <a:gdLst/>
              <a:ahLst/>
              <a:cxnLst/>
              <a:rect l="l" t="t" r="r" b="b"/>
              <a:pathLst>
                <a:path w="1249825" h="6858000" fill="norm" stroke="1" extrusionOk="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bwMode="auto">
            <a:xfrm>
              <a:off x="10371666" y="3589867"/>
              <a:ext cx="1817158"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1938613132" name="Title 1"/>
          <p:cNvSpPr>
            <a:spLocks noGrp="1"/>
          </p:cNvSpPr>
          <p:nvPr>
            <p:ph type="ctrTitle"/>
          </p:nvPr>
        </p:nvSpPr>
        <p:spPr bwMode="auto">
          <a:xfrm>
            <a:off x="1507067" y="2404534"/>
            <a:ext cx="7766936" cy="1646302"/>
          </a:xfrm>
        </p:spPr>
        <p:txBody>
          <a:bodyPr anchor="b">
            <a:noAutofit/>
          </a:bodyPr>
          <a:lstStyle>
            <a:lvl1pPr algn="r">
              <a:defRPr sz="5400">
                <a:solidFill>
                  <a:schemeClr val="accent1"/>
                </a:solidFill>
              </a:defRPr>
            </a:lvl1pPr>
          </a:lstStyle>
          <a:p>
            <a:pPr>
              <a:defRPr/>
            </a:pPr>
            <a:r>
              <a:rPr lang="en-US"/>
              <a:t>Click to edit Master title style</a:t>
            </a:r>
            <a:endParaRPr lang="en-US"/>
          </a:p>
        </p:txBody>
      </p:sp>
      <p:sp>
        <p:nvSpPr>
          <p:cNvPr id="676974953" name="Subtitle 2"/>
          <p:cNvSpPr>
            <a:spLocks noGrp="1"/>
          </p:cNvSpPr>
          <p:nvPr>
            <p:ph type="subTitle" idx="1"/>
          </p:nvPr>
        </p:nvSpPr>
        <p:spPr bwMode="auto">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565411760" name="Date Placeholder 3"/>
          <p:cNvSpPr>
            <a:spLocks noGrp="1"/>
          </p:cNvSpPr>
          <p:nvPr>
            <p:ph type="dt" sz="half" idx="10"/>
          </p:nvPr>
        </p:nvSpPr>
        <p:spPr bwMode="auto"/>
        <p:txBody>
          <a:bodyPr/>
          <a:lstStyle/>
          <a:p>
            <a:pPr>
              <a:defRPr/>
            </a:pPr>
            <a:fld id="{B61BEF0D-F0BB-DE4B-95CE-6DB70DBA9567}" type="datetimeFigureOut">
              <a:rPr lang="en-US"/>
              <a:t>9/6/2026</a:t>
            </a:fld>
            <a:endParaRPr lang="en-US"/>
          </a:p>
        </p:txBody>
      </p:sp>
      <p:sp>
        <p:nvSpPr>
          <p:cNvPr id="83967966" name="Footer Placeholder 4"/>
          <p:cNvSpPr>
            <a:spLocks noGrp="1"/>
          </p:cNvSpPr>
          <p:nvPr>
            <p:ph type="ftr" sz="quarter" idx="11"/>
          </p:nvPr>
        </p:nvSpPr>
        <p:spPr bwMode="auto"/>
        <p:txBody>
          <a:bodyPr/>
          <a:lstStyle/>
          <a:p>
            <a:pPr>
              <a:defRPr/>
            </a:pPr>
            <a:endParaRPr lang="en-US"/>
          </a:p>
        </p:txBody>
      </p:sp>
      <p:sp>
        <p:nvSpPr>
          <p:cNvPr id="1183258537" name="Slide Number Placeholder 5"/>
          <p:cNvSpPr>
            <a:spLocks noGrp="1"/>
          </p:cNvSpPr>
          <p:nvPr>
            <p:ph type="sldNum" sz="quarter" idx="12"/>
          </p:nvPr>
        </p:nvSpPr>
        <p:spPr bwMode="auto"/>
        <p:txBody>
          <a:bodyPr/>
          <a:lstStyle/>
          <a:p>
            <a:pPr>
              <a:defRPr/>
            </a:pPr>
            <a:fld id="{D57F1E4F-1CFF-5643-939E-217C01CDF565}" type="slidenum">
              <a:rPr lang="en-US"/>
              <a:t>‹#›</a:t>
            </a:fld>
            <a:endParaRPr lang="en-US"/>
          </a:p>
        </p:txBody>
      </p:sp>
    </p:spTree>
  </p:cSld>
  <p:clrMapOvr>
    <a:masterClrMapping/>
  </p:clrMapOvr>
  <p:hf dt="0" ftr="0" hdr="0" sldNum="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70858494" name="Title 1"/>
          <p:cNvSpPr>
            <a:spLocks noGrp="1"/>
          </p:cNvSpPr>
          <p:nvPr>
            <p:ph type="title"/>
          </p:nvPr>
        </p:nvSpPr>
        <p:spPr bwMode="auto"/>
        <p:txBody>
          <a:bodyPr/>
          <a:lstStyle/>
          <a:p>
            <a:pPr>
              <a:defRPr/>
            </a:pPr>
            <a:r>
              <a:rPr lang="en-US"/>
              <a:t>Click to edit Master title style</a:t>
            </a:r>
            <a:endParaRPr lang="en-US"/>
          </a:p>
        </p:txBody>
      </p:sp>
      <p:sp>
        <p:nvSpPr>
          <p:cNvPr id="2142164722"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256974451" name="Date Placeholder 3"/>
          <p:cNvSpPr>
            <a:spLocks noGrp="1"/>
          </p:cNvSpPr>
          <p:nvPr>
            <p:ph type="dt" sz="half" idx="10"/>
          </p:nvPr>
        </p:nvSpPr>
        <p:spPr bwMode="auto"/>
        <p:txBody>
          <a:bodyPr/>
          <a:lstStyle/>
          <a:p>
            <a:pPr>
              <a:defRPr/>
            </a:pPr>
            <a:fld id="{B61BEF0D-F0BB-DE4B-95CE-6DB70DBA9567}" type="datetimeFigureOut">
              <a:rPr lang="en-US"/>
              <a:t>9/6/2026</a:t>
            </a:fld>
            <a:endParaRPr lang="en-US"/>
          </a:p>
        </p:txBody>
      </p:sp>
      <p:sp>
        <p:nvSpPr>
          <p:cNvPr id="1513276616" name="Footer Placeholder 4"/>
          <p:cNvSpPr>
            <a:spLocks noGrp="1"/>
          </p:cNvSpPr>
          <p:nvPr>
            <p:ph type="ftr" sz="quarter" idx="11"/>
          </p:nvPr>
        </p:nvSpPr>
        <p:spPr bwMode="auto"/>
        <p:txBody>
          <a:bodyPr/>
          <a:lstStyle/>
          <a:p>
            <a:pPr>
              <a:defRPr/>
            </a:pPr>
            <a:endParaRPr lang="en-US"/>
          </a:p>
        </p:txBody>
      </p:sp>
      <p:sp>
        <p:nvSpPr>
          <p:cNvPr id="1518048592" name="Slide Number Placeholder 5"/>
          <p:cNvSpPr>
            <a:spLocks noGrp="1"/>
          </p:cNvSpPr>
          <p:nvPr>
            <p:ph type="sldNum" sz="quarter" idx="12"/>
          </p:nvPr>
        </p:nvSpPr>
        <p:spPr bwMode="auto"/>
        <p:txBody>
          <a:bodyPr/>
          <a:lstStyle/>
          <a:p>
            <a:pPr>
              <a:defRPr/>
            </a:pPr>
            <a:fld id="{D57F1E4F-1CFF-5643-939E-217C01CDF565}" type="slidenum">
              <a:rPr lang="en-US"/>
              <a:t>‹#›</a:t>
            </a:fld>
            <a:endParaRPr lang="en-US"/>
          </a:p>
        </p:txBody>
      </p:sp>
    </p:spTree>
  </p:cSld>
  <p:clrMapOvr>
    <a:masterClrMapping/>
  </p:clrMapOvr>
  <p:hf dt="0" ftr="0" hdr="0" sldNum="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889449343" name="Title 1"/>
          <p:cNvSpPr>
            <a:spLocks noGrp="1"/>
          </p:cNvSpPr>
          <p:nvPr>
            <p:ph type="title"/>
          </p:nvPr>
        </p:nvSpPr>
        <p:spPr bwMode="auto">
          <a:xfrm>
            <a:off x="677335" y="2700867"/>
            <a:ext cx="8596668" cy="1826581"/>
          </a:xfrm>
        </p:spPr>
        <p:txBody>
          <a:bodyPr anchor="b"/>
          <a:lstStyle>
            <a:lvl1pPr algn="l">
              <a:defRPr sz="4000" b="0" cap="none"/>
            </a:lvl1pPr>
          </a:lstStyle>
          <a:p>
            <a:pPr>
              <a:defRPr/>
            </a:pPr>
            <a:r>
              <a:rPr lang="en-US"/>
              <a:t>Click to edit Master title style</a:t>
            </a:r>
            <a:endParaRPr lang="en-US"/>
          </a:p>
        </p:txBody>
      </p:sp>
      <p:sp>
        <p:nvSpPr>
          <p:cNvPr id="1024430146" name="Text Placeholder 2"/>
          <p:cNvSpPr>
            <a:spLocks noGrp="1"/>
          </p:cNvSpPr>
          <p:nvPr>
            <p:ph type="body" idx="1"/>
          </p:nvPr>
        </p:nvSpPr>
        <p:spPr bwMode="auto">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991011244" name="Date Placeholder 3"/>
          <p:cNvSpPr>
            <a:spLocks noGrp="1"/>
          </p:cNvSpPr>
          <p:nvPr>
            <p:ph type="dt" sz="half" idx="10"/>
          </p:nvPr>
        </p:nvSpPr>
        <p:spPr bwMode="auto"/>
        <p:txBody>
          <a:bodyPr/>
          <a:lstStyle/>
          <a:p>
            <a:pPr>
              <a:defRPr/>
            </a:pPr>
            <a:fld id="{B61BEF0D-F0BB-DE4B-95CE-6DB70DBA9567}" type="datetimeFigureOut">
              <a:rPr lang="en-US"/>
              <a:t>9/6/2026</a:t>
            </a:fld>
            <a:endParaRPr lang="en-US"/>
          </a:p>
        </p:txBody>
      </p:sp>
      <p:sp>
        <p:nvSpPr>
          <p:cNvPr id="913542263" name="Footer Placeholder 4"/>
          <p:cNvSpPr>
            <a:spLocks noGrp="1"/>
          </p:cNvSpPr>
          <p:nvPr>
            <p:ph type="ftr" sz="quarter" idx="11"/>
          </p:nvPr>
        </p:nvSpPr>
        <p:spPr bwMode="auto"/>
        <p:txBody>
          <a:bodyPr/>
          <a:lstStyle/>
          <a:p>
            <a:pPr>
              <a:defRPr/>
            </a:pPr>
            <a:endParaRPr lang="en-US"/>
          </a:p>
        </p:txBody>
      </p:sp>
      <p:sp>
        <p:nvSpPr>
          <p:cNvPr id="1155759168" name="Slide Number Placeholder 5"/>
          <p:cNvSpPr>
            <a:spLocks noGrp="1"/>
          </p:cNvSpPr>
          <p:nvPr>
            <p:ph type="sldNum" sz="quarter" idx="12"/>
          </p:nvPr>
        </p:nvSpPr>
        <p:spPr bwMode="auto"/>
        <p:txBody>
          <a:bodyPr/>
          <a:lstStyle/>
          <a:p>
            <a:pPr>
              <a:defRPr/>
            </a:pPr>
            <a:fld id="{D57F1E4F-1CFF-5643-939E-217C01CDF565}" type="slidenum">
              <a:rPr lang="en-US"/>
              <a:t>‹#›</a:t>
            </a:fld>
            <a:endParaRPr lang="en-US"/>
          </a:p>
        </p:txBody>
      </p:sp>
    </p:spTree>
  </p:cSld>
  <p:clrMapOvr>
    <a:masterClrMapping/>
  </p:clrMapOvr>
  <p:hf dt="0" ftr="0" hdr="0" sldNum="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879096692" name="Title 1"/>
          <p:cNvSpPr>
            <a:spLocks noGrp="1"/>
          </p:cNvSpPr>
          <p:nvPr>
            <p:ph type="title"/>
          </p:nvPr>
        </p:nvSpPr>
        <p:spPr bwMode="auto"/>
        <p:txBody>
          <a:bodyPr/>
          <a:lstStyle/>
          <a:p>
            <a:pPr>
              <a:defRPr/>
            </a:pPr>
            <a:r>
              <a:rPr lang="en-US"/>
              <a:t>Click to edit Master title style</a:t>
            </a:r>
            <a:endParaRPr lang="en-US"/>
          </a:p>
        </p:txBody>
      </p:sp>
      <p:sp>
        <p:nvSpPr>
          <p:cNvPr id="1129115670" name="Content Placeholder 2"/>
          <p:cNvSpPr>
            <a:spLocks noGrp="1"/>
          </p:cNvSpPr>
          <p:nvPr>
            <p:ph sz="half" idx="1"/>
          </p:nvPr>
        </p:nvSpPr>
        <p:spPr bwMode="auto">
          <a:xfrm>
            <a:off x="677334" y="2160589"/>
            <a:ext cx="4184035" cy="3880772"/>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388868600" name="Content Placeholder 3"/>
          <p:cNvSpPr>
            <a:spLocks noGrp="1"/>
          </p:cNvSpPr>
          <p:nvPr>
            <p:ph sz="half" idx="2"/>
          </p:nvPr>
        </p:nvSpPr>
        <p:spPr bwMode="auto">
          <a:xfrm>
            <a:off x="5089970" y="2160589"/>
            <a:ext cx="4184034" cy="3880773"/>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01062033" name="Date Placeholder 4"/>
          <p:cNvSpPr>
            <a:spLocks noGrp="1"/>
          </p:cNvSpPr>
          <p:nvPr>
            <p:ph type="dt" sz="half" idx="10"/>
          </p:nvPr>
        </p:nvSpPr>
        <p:spPr bwMode="auto"/>
        <p:txBody>
          <a:bodyPr/>
          <a:lstStyle/>
          <a:p>
            <a:pPr>
              <a:defRPr/>
            </a:pPr>
            <a:fld id="{EB712588-04B1-427B-82EE-E8DB90309F08}" type="datetimeFigureOut">
              <a:rPr lang="en-US"/>
              <a:t>9/6/2026</a:t>
            </a:fld>
            <a:endParaRPr lang="en-US"/>
          </a:p>
        </p:txBody>
      </p:sp>
      <p:sp>
        <p:nvSpPr>
          <p:cNvPr id="1343377657" name="Footer Placeholder 5"/>
          <p:cNvSpPr>
            <a:spLocks noGrp="1"/>
          </p:cNvSpPr>
          <p:nvPr>
            <p:ph type="ftr" sz="quarter" idx="11"/>
          </p:nvPr>
        </p:nvSpPr>
        <p:spPr bwMode="auto"/>
        <p:txBody>
          <a:bodyPr/>
          <a:lstStyle/>
          <a:p>
            <a:pPr>
              <a:defRPr/>
            </a:pPr>
            <a:endParaRPr lang="en-US"/>
          </a:p>
        </p:txBody>
      </p:sp>
      <p:sp>
        <p:nvSpPr>
          <p:cNvPr id="1772624155" name="Slide Number Placeholder 6"/>
          <p:cNvSpPr>
            <a:spLocks noGrp="1"/>
          </p:cNvSpPr>
          <p:nvPr>
            <p:ph type="sldNum" sz="quarter" idx="12"/>
          </p:nvPr>
        </p:nvSpPr>
        <p:spPr bwMode="auto"/>
        <p:txBody>
          <a:bodyPr/>
          <a:lstStyle/>
          <a:p>
            <a:pPr>
              <a:defRPr/>
            </a:pPr>
            <a:fld id="{6FF9F0C5-380F-41C2-899A-BAC0F0927E16}" type="slidenum">
              <a:rPr lang="en-US"/>
              <a:t>‹#›</a:t>
            </a:fld>
            <a:endParaRPr lang="en-US"/>
          </a:p>
        </p:txBody>
      </p:sp>
    </p:spTree>
  </p:cSld>
  <p:clrMapOvr>
    <a:masterClrMapping/>
  </p:clrMapOvr>
  <p:hf dt="0" ftr="0" hdr="0" sldNum="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232144108"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1260105347" name="Text Placeholder 2"/>
          <p:cNvSpPr>
            <a:spLocks noGrp="1"/>
          </p:cNvSpPr>
          <p:nvPr>
            <p:ph type="body" idx="1"/>
          </p:nvPr>
        </p:nvSpPr>
        <p:spPr bwMode="auto">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522985146" name="Content Placeholder 3"/>
          <p:cNvSpPr>
            <a:spLocks noGrp="1"/>
          </p:cNvSpPr>
          <p:nvPr>
            <p:ph sz="half" idx="2"/>
          </p:nvPr>
        </p:nvSpPr>
        <p:spPr bwMode="auto">
          <a:xfrm>
            <a:off x="675745" y="2737245"/>
            <a:ext cx="4185623" cy="3304117"/>
          </a:xfrm>
        </p:spPr>
        <p:txBody>
          <a:bodyPr>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908149638" name="Text Placeholder 4"/>
          <p:cNvSpPr>
            <a:spLocks noGrp="1"/>
          </p:cNvSpPr>
          <p:nvPr>
            <p:ph type="body" sz="quarter" idx="3"/>
          </p:nvPr>
        </p:nvSpPr>
        <p:spPr bwMode="auto">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132784437" name="Content Placeholder 5"/>
          <p:cNvSpPr>
            <a:spLocks noGrp="1"/>
          </p:cNvSpPr>
          <p:nvPr>
            <p:ph sz="quarter" idx="4"/>
          </p:nvPr>
        </p:nvSpPr>
        <p:spPr bwMode="auto">
          <a:xfrm>
            <a:off x="5088384" y="2737245"/>
            <a:ext cx="4185617" cy="3304117"/>
          </a:xfrm>
        </p:spPr>
        <p:txBody>
          <a:bodyPr>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884445018" name="Date Placeholder 6"/>
          <p:cNvSpPr>
            <a:spLocks noGrp="1"/>
          </p:cNvSpPr>
          <p:nvPr>
            <p:ph type="dt" sz="half" idx="10"/>
          </p:nvPr>
        </p:nvSpPr>
        <p:spPr bwMode="auto"/>
        <p:txBody>
          <a:bodyPr/>
          <a:lstStyle/>
          <a:p>
            <a:pPr>
              <a:defRPr/>
            </a:pPr>
            <a:fld id="{B61BEF0D-F0BB-DE4B-95CE-6DB70DBA9567}" type="datetimeFigureOut">
              <a:rPr lang="en-US"/>
              <a:t>9/6/2026</a:t>
            </a:fld>
            <a:endParaRPr lang="en-US"/>
          </a:p>
        </p:txBody>
      </p:sp>
      <p:sp>
        <p:nvSpPr>
          <p:cNvPr id="1439574647" name="Footer Placeholder 7"/>
          <p:cNvSpPr>
            <a:spLocks noGrp="1"/>
          </p:cNvSpPr>
          <p:nvPr>
            <p:ph type="ftr" sz="quarter" idx="11"/>
          </p:nvPr>
        </p:nvSpPr>
        <p:spPr bwMode="auto"/>
        <p:txBody>
          <a:bodyPr/>
          <a:lstStyle/>
          <a:p>
            <a:pPr>
              <a:defRPr/>
            </a:pPr>
            <a:endParaRPr lang="en-US"/>
          </a:p>
        </p:txBody>
      </p:sp>
      <p:sp>
        <p:nvSpPr>
          <p:cNvPr id="628798437" name="Slide Number Placeholder 8"/>
          <p:cNvSpPr>
            <a:spLocks noGrp="1"/>
          </p:cNvSpPr>
          <p:nvPr>
            <p:ph type="sldNum" sz="quarter" idx="12"/>
          </p:nvPr>
        </p:nvSpPr>
        <p:spPr bwMode="auto"/>
        <p:txBody>
          <a:bodyPr/>
          <a:lstStyle/>
          <a:p>
            <a:pPr>
              <a:defRPr/>
            </a:pPr>
            <a:fld id="{D57F1E4F-1CFF-5643-939E-217C01CDF565}" type="slidenum">
              <a:rPr lang="en-US"/>
              <a:t>‹#›</a:t>
            </a:fld>
            <a:endParaRPr lang="en-US"/>
          </a:p>
        </p:txBody>
      </p:sp>
    </p:spTree>
  </p:cSld>
  <p:clrMapOvr>
    <a:masterClrMapping/>
  </p:clrMapOvr>
  <p:hf dt="0" ftr="0" hdr="0" sldNum="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262129415" name="Title 1"/>
          <p:cNvSpPr>
            <a:spLocks noGrp="1"/>
          </p:cNvSpPr>
          <p:nvPr>
            <p:ph type="title"/>
          </p:nvPr>
        </p:nvSpPr>
        <p:spPr bwMode="auto">
          <a:xfrm>
            <a:off x="677334" y="609600"/>
            <a:ext cx="8596668" cy="1320800"/>
          </a:xfrm>
        </p:spPr>
        <p:txBody>
          <a:bodyPr/>
          <a:lstStyle/>
          <a:p>
            <a:pPr>
              <a:defRPr/>
            </a:pPr>
            <a:r>
              <a:rPr lang="en-US"/>
              <a:t>Click to edit Master title style</a:t>
            </a:r>
            <a:endParaRPr lang="en-US"/>
          </a:p>
        </p:txBody>
      </p:sp>
      <p:sp>
        <p:nvSpPr>
          <p:cNvPr id="689563033" name="Date Placeholder 2"/>
          <p:cNvSpPr>
            <a:spLocks noGrp="1"/>
          </p:cNvSpPr>
          <p:nvPr>
            <p:ph type="dt" sz="half" idx="10"/>
          </p:nvPr>
        </p:nvSpPr>
        <p:spPr bwMode="auto"/>
        <p:txBody>
          <a:bodyPr/>
          <a:lstStyle/>
          <a:p>
            <a:pPr>
              <a:defRPr/>
            </a:pPr>
            <a:fld id="{B61BEF0D-F0BB-DE4B-95CE-6DB70DBA9567}" type="datetimeFigureOut">
              <a:rPr lang="en-US"/>
              <a:t>9/6/2026</a:t>
            </a:fld>
            <a:endParaRPr lang="en-US"/>
          </a:p>
        </p:txBody>
      </p:sp>
      <p:sp>
        <p:nvSpPr>
          <p:cNvPr id="721135744" name="Footer Placeholder 3"/>
          <p:cNvSpPr>
            <a:spLocks noGrp="1"/>
          </p:cNvSpPr>
          <p:nvPr>
            <p:ph type="ftr" sz="quarter" idx="11"/>
          </p:nvPr>
        </p:nvSpPr>
        <p:spPr bwMode="auto"/>
        <p:txBody>
          <a:bodyPr/>
          <a:lstStyle/>
          <a:p>
            <a:pPr>
              <a:defRPr/>
            </a:pPr>
            <a:endParaRPr lang="en-US"/>
          </a:p>
        </p:txBody>
      </p:sp>
      <p:sp>
        <p:nvSpPr>
          <p:cNvPr id="743791688" name="Slide Number Placeholder 4"/>
          <p:cNvSpPr>
            <a:spLocks noGrp="1"/>
          </p:cNvSpPr>
          <p:nvPr>
            <p:ph type="sldNum" sz="quarter" idx="12"/>
          </p:nvPr>
        </p:nvSpPr>
        <p:spPr bwMode="auto"/>
        <p:txBody>
          <a:bodyPr/>
          <a:lstStyle/>
          <a:p>
            <a:pPr>
              <a:defRPr/>
            </a:pPr>
            <a:fld id="{D57F1E4F-1CFF-5643-939E-217C01CDF565}" type="slidenum">
              <a:rPr lang="en-US"/>
              <a:t>‹#›</a:t>
            </a:fld>
            <a:endParaRPr lang="en-US"/>
          </a:p>
        </p:txBody>
      </p:sp>
    </p:spTree>
  </p:cSld>
  <p:clrMapOvr>
    <a:masterClrMapping/>
  </p:clrMapOvr>
  <p:hf dt="0" ftr="0" hdr="0" sldNum="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029707866" name="Date Placeholder 1"/>
          <p:cNvSpPr>
            <a:spLocks noGrp="1"/>
          </p:cNvSpPr>
          <p:nvPr>
            <p:ph type="dt" sz="half" idx="10"/>
          </p:nvPr>
        </p:nvSpPr>
        <p:spPr bwMode="auto"/>
        <p:txBody>
          <a:bodyPr/>
          <a:lstStyle/>
          <a:p>
            <a:pPr>
              <a:defRPr/>
            </a:pPr>
            <a:fld id="{B61BEF0D-F0BB-DE4B-95CE-6DB70DBA9567}" type="datetimeFigureOut">
              <a:rPr lang="en-US"/>
              <a:t>9/6/2026</a:t>
            </a:fld>
            <a:endParaRPr lang="en-US"/>
          </a:p>
        </p:txBody>
      </p:sp>
      <p:sp>
        <p:nvSpPr>
          <p:cNvPr id="1720605216" name="Footer Placeholder 2"/>
          <p:cNvSpPr>
            <a:spLocks noGrp="1"/>
          </p:cNvSpPr>
          <p:nvPr>
            <p:ph type="ftr" sz="quarter" idx="11"/>
          </p:nvPr>
        </p:nvSpPr>
        <p:spPr bwMode="auto"/>
        <p:txBody>
          <a:bodyPr/>
          <a:lstStyle/>
          <a:p>
            <a:pPr>
              <a:defRPr/>
            </a:pPr>
            <a:endParaRPr lang="en-US"/>
          </a:p>
        </p:txBody>
      </p:sp>
      <p:sp>
        <p:nvSpPr>
          <p:cNvPr id="1144079850" name="Slide Number Placeholder 3"/>
          <p:cNvSpPr>
            <a:spLocks noGrp="1"/>
          </p:cNvSpPr>
          <p:nvPr>
            <p:ph type="sldNum" sz="quarter" idx="12"/>
          </p:nvPr>
        </p:nvSpPr>
        <p:spPr bwMode="auto"/>
        <p:txBody>
          <a:bodyPr/>
          <a:lstStyle/>
          <a:p>
            <a:pPr>
              <a:defRPr/>
            </a:pPr>
            <a:fld id="{D57F1E4F-1CFF-5643-939E-217C01CDF565}" type="slidenum">
              <a:rPr lang="en-US"/>
              <a:t>‹#›</a:t>
            </a:fld>
            <a:endParaRPr lang="en-US"/>
          </a:p>
        </p:txBody>
      </p:sp>
    </p:spTree>
  </p:cSld>
  <p:clrMapOvr>
    <a:masterClrMapping/>
  </p:clrMapOvr>
  <p:hf dt="0" ftr="0" hdr="0" sldNum="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926871457" name="Title 1"/>
          <p:cNvSpPr>
            <a:spLocks noGrp="1"/>
          </p:cNvSpPr>
          <p:nvPr>
            <p:ph type="title"/>
          </p:nvPr>
        </p:nvSpPr>
        <p:spPr bwMode="auto">
          <a:xfrm>
            <a:off x="677334" y="1498604"/>
            <a:ext cx="3854528" cy="1278466"/>
          </a:xfrm>
        </p:spPr>
        <p:txBody>
          <a:bodyPr anchor="b">
            <a:normAutofit/>
          </a:bodyPr>
          <a:lstStyle>
            <a:lvl1pPr>
              <a:defRPr sz="2000"/>
            </a:lvl1pPr>
          </a:lstStyle>
          <a:p>
            <a:pPr>
              <a:defRPr/>
            </a:pPr>
            <a:r>
              <a:rPr lang="en-US"/>
              <a:t>Click to edit Master title style</a:t>
            </a:r>
            <a:endParaRPr lang="en-US"/>
          </a:p>
        </p:txBody>
      </p:sp>
      <p:sp>
        <p:nvSpPr>
          <p:cNvPr id="613855531" name="Content Placeholder 2"/>
          <p:cNvSpPr>
            <a:spLocks noGrp="1"/>
          </p:cNvSpPr>
          <p:nvPr>
            <p:ph idx="1"/>
          </p:nvPr>
        </p:nvSpPr>
        <p:spPr bwMode="auto">
          <a:xfrm>
            <a:off x="4760461" y="514924"/>
            <a:ext cx="4513541" cy="5526437"/>
          </a:xfrm>
        </p:spPr>
        <p:txBody>
          <a:bodyPr>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56455064" name="Text Placeholder 3"/>
          <p:cNvSpPr>
            <a:spLocks noGrp="1"/>
          </p:cNvSpPr>
          <p:nvPr>
            <p:ph type="body" sz="half" idx="2"/>
          </p:nvPr>
        </p:nvSpPr>
        <p:spPr bwMode="auto">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defRPr/>
            </a:pPr>
            <a:r>
              <a:rPr lang="en-US"/>
              <a:t>Click to edit Master text styles</a:t>
            </a:r>
            <a:endParaRPr/>
          </a:p>
        </p:txBody>
      </p:sp>
      <p:sp>
        <p:nvSpPr>
          <p:cNvPr id="317543098" name="Date Placeholder 4"/>
          <p:cNvSpPr>
            <a:spLocks noGrp="1"/>
          </p:cNvSpPr>
          <p:nvPr>
            <p:ph type="dt" sz="half" idx="10"/>
          </p:nvPr>
        </p:nvSpPr>
        <p:spPr bwMode="auto"/>
        <p:txBody>
          <a:bodyPr/>
          <a:lstStyle/>
          <a:p>
            <a:pPr>
              <a:defRPr/>
            </a:pPr>
            <a:fld id="{42A54C80-263E-416B-A8E0-580EDEADCBDC}" type="datetimeFigureOut">
              <a:rPr lang="en-US"/>
              <a:t>9/6/2026</a:t>
            </a:fld>
            <a:endParaRPr lang="en-US"/>
          </a:p>
        </p:txBody>
      </p:sp>
      <p:sp>
        <p:nvSpPr>
          <p:cNvPr id="814887407" name="Footer Placeholder 5"/>
          <p:cNvSpPr>
            <a:spLocks noGrp="1"/>
          </p:cNvSpPr>
          <p:nvPr>
            <p:ph type="ftr" sz="quarter" idx="11"/>
          </p:nvPr>
        </p:nvSpPr>
        <p:spPr bwMode="auto"/>
        <p:txBody>
          <a:bodyPr/>
          <a:lstStyle/>
          <a:p>
            <a:pPr>
              <a:defRPr/>
            </a:pPr>
            <a:endParaRPr lang="en-US"/>
          </a:p>
        </p:txBody>
      </p:sp>
      <p:sp>
        <p:nvSpPr>
          <p:cNvPr id="1010266749" name="Slide Number Placeholder 6"/>
          <p:cNvSpPr>
            <a:spLocks noGrp="1"/>
          </p:cNvSpPr>
          <p:nvPr>
            <p:ph type="sldNum" sz="quarter" idx="12"/>
          </p:nvPr>
        </p:nvSpPr>
        <p:spPr bwMode="auto"/>
        <p:txBody>
          <a:bodyPr/>
          <a:lstStyle/>
          <a:p>
            <a:pPr>
              <a:defRPr/>
            </a:pPr>
            <a:fld id="{519954A3-9DFD-4C44-94BA-B95130A3BA1C}" type="slidenum">
              <a:rPr lang="en-US"/>
              <a:t>‹#›</a:t>
            </a:fld>
            <a:endParaRPr lang="en-US"/>
          </a:p>
        </p:txBody>
      </p:sp>
    </p:spTree>
  </p:cSld>
  <p:clrMapOvr>
    <a:masterClrMapping/>
  </p:clrMapOvr>
  <p:hf dt="0" ftr="0" hdr="0" sldNum="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219933454" name="Title 1"/>
          <p:cNvSpPr>
            <a:spLocks noGrp="1"/>
          </p:cNvSpPr>
          <p:nvPr>
            <p:ph type="title"/>
          </p:nvPr>
        </p:nvSpPr>
        <p:spPr bwMode="auto">
          <a:xfrm>
            <a:off x="677334" y="4800600"/>
            <a:ext cx="8596667" cy="566738"/>
          </a:xfrm>
        </p:spPr>
        <p:txBody>
          <a:bodyPr anchor="b">
            <a:normAutofit/>
          </a:bodyPr>
          <a:lstStyle>
            <a:lvl1pPr algn="l">
              <a:defRPr sz="2400" b="0"/>
            </a:lvl1pPr>
          </a:lstStyle>
          <a:p>
            <a:pPr>
              <a:defRPr/>
            </a:pPr>
            <a:r>
              <a:rPr lang="en-US"/>
              <a:t>Click to edit Master title style</a:t>
            </a:r>
            <a:endParaRPr lang="en-US"/>
          </a:p>
        </p:txBody>
      </p:sp>
      <p:sp>
        <p:nvSpPr>
          <p:cNvPr id="1507674646" name="Picture Placeholder 2"/>
          <p:cNvSpPr>
            <a:spLocks noChangeAspect="1" noGrp="1"/>
          </p:cNvSpPr>
          <p:nvPr>
            <p:ph type="pic" idx="1"/>
          </p:nvPr>
        </p:nvSpPr>
        <p:spPr bwMode="auto">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a:defRPr/>
            </a:pPr>
            <a:r>
              <a:rPr lang="en-US"/>
              <a:t>Click icon to add picture</a:t>
            </a:r>
            <a:endParaRPr lang="en-US"/>
          </a:p>
        </p:txBody>
      </p:sp>
      <p:sp>
        <p:nvSpPr>
          <p:cNvPr id="1562263637" name="Text Placeholder 3"/>
          <p:cNvSpPr>
            <a:spLocks noGrp="1"/>
          </p:cNvSpPr>
          <p:nvPr>
            <p:ph type="body" sz="half" idx="2"/>
          </p:nvPr>
        </p:nvSpPr>
        <p:spPr bwMode="auto">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606194724" name="Footer Placeholder 5"/>
          <p:cNvSpPr>
            <a:spLocks noGrp="1"/>
          </p:cNvSpPr>
          <p:nvPr>
            <p:ph type="ftr" sz="quarter" idx="11"/>
          </p:nvPr>
        </p:nvSpPr>
        <p:spPr bwMode="auto"/>
        <p:txBody>
          <a:bodyPr/>
          <a:lstStyle/>
          <a:p>
            <a:pPr>
              <a:defRPr/>
            </a:pPr>
            <a:endParaRPr lang="en-US"/>
          </a:p>
        </p:txBody>
      </p:sp>
      <p:sp>
        <p:nvSpPr>
          <p:cNvPr id="16742526" name="Slide Number Placeholder 6"/>
          <p:cNvSpPr>
            <a:spLocks noGrp="1"/>
          </p:cNvSpPr>
          <p:nvPr>
            <p:ph type="sldNum" sz="quarter" idx="12"/>
          </p:nvPr>
        </p:nvSpPr>
        <p:spPr bwMode="auto"/>
        <p:txBody>
          <a:bodyPr/>
          <a:lstStyle/>
          <a:p>
            <a:pPr>
              <a:defRPr/>
            </a:pPr>
            <a:fld id="{D57F1E4F-1CFF-5643-939E-217C01CDF565}" type="slidenum">
              <a:rPr lang="en-US"/>
              <a:t>‹#›</a:t>
            </a:fld>
            <a:endParaRPr lang="en-US"/>
          </a:p>
        </p:txBody>
      </p:sp>
      <p:sp>
        <p:nvSpPr>
          <p:cNvPr id="1427868044" name="Date Placeholder 4"/>
          <p:cNvSpPr>
            <a:spLocks noGrp="1"/>
          </p:cNvSpPr>
          <p:nvPr>
            <p:ph type="dt" sz="half" idx="10"/>
          </p:nvPr>
        </p:nvSpPr>
        <p:spPr bwMode="auto"/>
        <p:txBody>
          <a:bodyPr/>
          <a:lstStyle/>
          <a:p>
            <a:pPr>
              <a:defRPr/>
            </a:pPr>
            <a:fld id="{B61BEF0D-F0BB-DE4B-95CE-6DB70DBA9567}" type="datetimeFigureOut">
              <a:rPr lang="en-US"/>
              <a:t>9/6/2026</a:t>
            </a:fld>
            <a:endParaRPr lang="en-US"/>
          </a:p>
        </p:txBody>
      </p:sp>
    </p:spTree>
  </p:cSld>
  <p:clrMapOvr>
    <a:masterClrMapping/>
  </p:clrMapOvr>
  <p:hf dt="0" ftr="0" hdr="0" sldNum="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and Caption">
    <p:spTree>
      <p:nvGrpSpPr>
        <p:cNvPr id="1" name=""/>
        <p:cNvGrpSpPr/>
        <p:nvPr/>
      </p:nvGrpSpPr>
      <p:grpSpPr bwMode="auto">
        <a:xfrm>
          <a:off x="0" y="0"/>
          <a:ext cx="0" cy="0"/>
          <a:chOff x="0" y="0"/>
          <a:chExt cx="0" cy="0"/>
        </a:xfrm>
      </p:grpSpPr>
      <p:sp>
        <p:nvSpPr>
          <p:cNvPr id="327490836" name="Title 1"/>
          <p:cNvSpPr>
            <a:spLocks noGrp="1"/>
          </p:cNvSpPr>
          <p:nvPr>
            <p:ph type="title"/>
          </p:nvPr>
        </p:nvSpPr>
        <p:spPr bwMode="auto">
          <a:xfrm>
            <a:off x="677335" y="609600"/>
            <a:ext cx="8596668" cy="3403600"/>
          </a:xfrm>
        </p:spPr>
        <p:txBody>
          <a:bodyPr anchor="ctr">
            <a:normAutofit/>
          </a:bodyPr>
          <a:lstStyle>
            <a:lvl1pPr algn="l">
              <a:defRPr sz="4400" b="0" cap="none"/>
            </a:lvl1pPr>
          </a:lstStyle>
          <a:p>
            <a:pPr>
              <a:defRPr/>
            </a:pPr>
            <a:r>
              <a:rPr lang="en-US"/>
              <a:t>Click to edit Master title style</a:t>
            </a:r>
            <a:endParaRPr lang="en-US"/>
          </a:p>
        </p:txBody>
      </p:sp>
      <p:sp>
        <p:nvSpPr>
          <p:cNvPr id="1263185150" name="Text Placeholder 2"/>
          <p:cNvSpPr>
            <a:spLocks noGrp="1"/>
          </p:cNvSpPr>
          <p:nvPr>
            <p:ph type="body" idx="1"/>
          </p:nvPr>
        </p:nvSpPr>
        <p:spPr bwMode="auto">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1466723734" name="Date Placeholder 3"/>
          <p:cNvSpPr>
            <a:spLocks noGrp="1"/>
          </p:cNvSpPr>
          <p:nvPr>
            <p:ph type="dt" sz="half" idx="10"/>
          </p:nvPr>
        </p:nvSpPr>
        <p:spPr bwMode="auto"/>
        <p:txBody>
          <a:bodyPr/>
          <a:lstStyle/>
          <a:p>
            <a:pPr>
              <a:defRPr/>
            </a:pPr>
            <a:fld id="{B61BEF0D-F0BB-DE4B-95CE-6DB70DBA9567}" type="datetimeFigureOut">
              <a:rPr lang="en-US"/>
              <a:t>9/6/2026</a:t>
            </a:fld>
            <a:endParaRPr lang="en-US"/>
          </a:p>
        </p:txBody>
      </p:sp>
      <p:sp>
        <p:nvSpPr>
          <p:cNvPr id="1691169546" name="Footer Placeholder 4"/>
          <p:cNvSpPr>
            <a:spLocks noGrp="1"/>
          </p:cNvSpPr>
          <p:nvPr>
            <p:ph type="ftr" sz="quarter" idx="11"/>
          </p:nvPr>
        </p:nvSpPr>
        <p:spPr bwMode="auto"/>
        <p:txBody>
          <a:bodyPr/>
          <a:lstStyle/>
          <a:p>
            <a:pPr>
              <a:defRPr/>
            </a:pPr>
            <a:endParaRPr lang="en-US"/>
          </a:p>
        </p:txBody>
      </p:sp>
      <p:sp>
        <p:nvSpPr>
          <p:cNvPr id="44269656" name="Slide Number Placeholder 5"/>
          <p:cNvSpPr>
            <a:spLocks noGrp="1"/>
          </p:cNvSpPr>
          <p:nvPr>
            <p:ph type="sldNum" sz="quarter" idx="12"/>
          </p:nvPr>
        </p:nvSpPr>
        <p:spPr bwMode="auto"/>
        <p:txBody>
          <a:bodyPr/>
          <a:lstStyle/>
          <a:p>
            <a:pPr>
              <a:defRPr/>
            </a:pPr>
            <a:fld id="{D57F1E4F-1CFF-5643-939E-217C01CDF565}" type="slidenum">
              <a:rPr lang="en-US"/>
              <a:t>‹#›</a:t>
            </a:fld>
            <a:endParaRPr lang="en-US"/>
          </a:p>
        </p:txBody>
      </p:sp>
    </p:spTree>
  </p:cSld>
  <p:clrMapOvr>
    <a:masterClrMapping/>
  </p:clrMapOvr>
  <p:hf dt="0" ftr="0" hdr="0" sldNum="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Quote with Caption">
    <p:spTree>
      <p:nvGrpSpPr>
        <p:cNvPr id="1" name=""/>
        <p:cNvGrpSpPr/>
        <p:nvPr/>
      </p:nvGrpSpPr>
      <p:grpSpPr bwMode="auto">
        <a:xfrm>
          <a:off x="0" y="0"/>
          <a:ext cx="0" cy="0"/>
          <a:chOff x="0" y="0"/>
          <a:chExt cx="0" cy="0"/>
        </a:xfrm>
      </p:grpSpPr>
      <p:sp>
        <p:nvSpPr>
          <p:cNvPr id="356882364" name="Title 1"/>
          <p:cNvSpPr>
            <a:spLocks noGrp="1"/>
          </p:cNvSpPr>
          <p:nvPr>
            <p:ph type="title"/>
          </p:nvPr>
        </p:nvSpPr>
        <p:spPr bwMode="auto">
          <a:xfrm>
            <a:off x="931334" y="609600"/>
            <a:ext cx="8094134" cy="3022600"/>
          </a:xfrm>
        </p:spPr>
        <p:txBody>
          <a:bodyPr anchor="ctr">
            <a:normAutofit/>
          </a:bodyPr>
          <a:lstStyle>
            <a:lvl1pPr algn="l">
              <a:defRPr sz="4400" b="0" cap="none"/>
            </a:lvl1pPr>
          </a:lstStyle>
          <a:p>
            <a:pPr>
              <a:defRPr/>
            </a:pPr>
            <a:r>
              <a:rPr lang="en-US"/>
              <a:t>Click to edit Master title style</a:t>
            </a:r>
            <a:endParaRPr lang="en-US"/>
          </a:p>
        </p:txBody>
      </p:sp>
      <p:sp>
        <p:nvSpPr>
          <p:cNvPr id="10315403" name="Text Placeholder 9"/>
          <p:cNvSpPr>
            <a:spLocks noGrp="1"/>
          </p:cNvSpPr>
          <p:nvPr>
            <p:ph type="body" sz="quarter" idx="13"/>
          </p:nvPr>
        </p:nvSpPr>
        <p:spPr bwMode="auto">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defRPr/>
            </a:pPr>
            <a:r>
              <a:rPr lang="en-US"/>
              <a:t>Click to edit Master text styles</a:t>
            </a:r>
            <a:endParaRPr/>
          </a:p>
        </p:txBody>
      </p:sp>
      <p:sp>
        <p:nvSpPr>
          <p:cNvPr id="1287516055" name="Text Placeholder 2"/>
          <p:cNvSpPr>
            <a:spLocks noGrp="1"/>
          </p:cNvSpPr>
          <p:nvPr>
            <p:ph type="body" idx="1"/>
          </p:nvPr>
        </p:nvSpPr>
        <p:spPr bwMode="auto">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1396042783" name="Date Placeholder 3"/>
          <p:cNvSpPr>
            <a:spLocks noGrp="1"/>
          </p:cNvSpPr>
          <p:nvPr>
            <p:ph type="dt" sz="half" idx="10"/>
          </p:nvPr>
        </p:nvSpPr>
        <p:spPr bwMode="auto"/>
        <p:txBody>
          <a:bodyPr/>
          <a:lstStyle/>
          <a:p>
            <a:pPr>
              <a:defRPr/>
            </a:pPr>
            <a:fld id="{B61BEF0D-F0BB-DE4B-95CE-6DB70DBA9567}" type="datetimeFigureOut">
              <a:rPr lang="en-US"/>
              <a:t>9/6/2026</a:t>
            </a:fld>
            <a:endParaRPr lang="en-US"/>
          </a:p>
        </p:txBody>
      </p:sp>
      <p:sp>
        <p:nvSpPr>
          <p:cNvPr id="1223608279" name="Footer Placeholder 4"/>
          <p:cNvSpPr>
            <a:spLocks noGrp="1"/>
          </p:cNvSpPr>
          <p:nvPr>
            <p:ph type="ftr" sz="quarter" idx="11"/>
          </p:nvPr>
        </p:nvSpPr>
        <p:spPr bwMode="auto"/>
        <p:txBody>
          <a:bodyPr/>
          <a:lstStyle/>
          <a:p>
            <a:pPr>
              <a:defRPr/>
            </a:pPr>
            <a:endParaRPr lang="en-US"/>
          </a:p>
        </p:txBody>
      </p:sp>
      <p:sp>
        <p:nvSpPr>
          <p:cNvPr id="2142869950" name="Slide Number Placeholder 5"/>
          <p:cNvSpPr>
            <a:spLocks noGrp="1"/>
          </p:cNvSpPr>
          <p:nvPr>
            <p:ph type="sldNum" sz="quarter" idx="12"/>
          </p:nvPr>
        </p:nvSpPr>
        <p:spPr bwMode="auto"/>
        <p:txBody>
          <a:bodyPr/>
          <a:lstStyle/>
          <a:p>
            <a:pPr>
              <a:defRPr/>
            </a:pPr>
            <a:fld id="{D57F1E4F-1CFF-5643-939E-217C01CDF565}" type="slidenum">
              <a:rPr lang="en-US"/>
              <a:t>‹#›</a:t>
            </a:fld>
            <a:endParaRPr lang="en-US"/>
          </a:p>
        </p:txBody>
      </p:sp>
      <p:sp>
        <p:nvSpPr>
          <p:cNvPr id="2096409295" name="TextBox 23"/>
          <p:cNvSpPr txBox="1"/>
          <p:nvPr/>
        </p:nvSpPr>
        <p:spPr bwMode="auto">
          <a:xfrm>
            <a:off x="541870" y="790378"/>
            <a:ext cx="609600" cy="584775"/>
          </a:xfrm>
          <a:prstGeom prst="rect">
            <a:avLst/>
          </a:prstGeom>
        </p:spPr>
        <p:txBody>
          <a:bodyPr vert="horz" lIns="91440" tIns="45720" rIns="91440" bIns="45720" rtlCol="0" anchor="ctr">
            <a:noAutofit/>
          </a:bodyPr>
          <a:lstStyle/>
          <a:p>
            <a:pPr lvl="0">
              <a:defRPr/>
            </a:pPr>
            <a:r>
              <a:rPr lang="en-US" sz="8000">
                <a:ln w="3175" cmpd="sng">
                  <a:noFill/>
                </a:ln>
                <a:solidFill>
                  <a:schemeClr val="accent1">
                    <a:lumMod val="60000"/>
                    <a:lumOff val="40000"/>
                  </a:schemeClr>
                </a:solidFill>
                <a:latin typeface="Arial"/>
              </a:rPr>
              <a:t>“</a:t>
            </a:r>
            <a:endParaRPr/>
          </a:p>
        </p:txBody>
      </p:sp>
      <p:sp>
        <p:nvSpPr>
          <p:cNvPr id="829875627" name="TextBox 24"/>
          <p:cNvSpPr txBox="1"/>
          <p:nvPr/>
        </p:nvSpPr>
        <p:spPr bwMode="auto">
          <a:xfrm>
            <a:off x="8893011" y="2886556"/>
            <a:ext cx="609600" cy="584775"/>
          </a:xfrm>
          <a:prstGeom prst="rect">
            <a:avLst/>
          </a:prstGeom>
        </p:spPr>
        <p:txBody>
          <a:bodyPr vert="horz" lIns="91440" tIns="45720" rIns="91440" bIns="45720" rtlCol="0" anchor="ctr">
            <a:noAutofit/>
          </a:bodyPr>
          <a:lstStyle/>
          <a:p>
            <a:pPr lvl="0">
              <a:defRPr/>
            </a:pPr>
            <a:r>
              <a:rPr lang="en-US" sz="8000">
                <a:ln w="3175" cmpd="sng">
                  <a:noFill/>
                </a:ln>
                <a:solidFill>
                  <a:schemeClr val="accent1">
                    <a:lumMod val="60000"/>
                    <a:lumOff val="40000"/>
                  </a:schemeClr>
                </a:solidFill>
                <a:latin typeface="Arial"/>
              </a:rPr>
              <a:t>”</a:t>
            </a:r>
            <a:endParaRPr/>
          </a:p>
        </p:txBody>
      </p:sp>
    </p:spTree>
  </p:cSld>
  <p:clrMapOvr>
    <a:masterClrMapping/>
  </p:clrMapOvr>
  <p:hf dt="0" ftr="0" hdr="0" sldNum="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Name Card">
    <p:spTree>
      <p:nvGrpSpPr>
        <p:cNvPr id="1" name=""/>
        <p:cNvGrpSpPr/>
        <p:nvPr/>
      </p:nvGrpSpPr>
      <p:grpSpPr bwMode="auto">
        <a:xfrm>
          <a:off x="0" y="0"/>
          <a:ext cx="0" cy="0"/>
          <a:chOff x="0" y="0"/>
          <a:chExt cx="0" cy="0"/>
        </a:xfrm>
      </p:grpSpPr>
      <p:sp>
        <p:nvSpPr>
          <p:cNvPr id="1896139891" name="Title 1"/>
          <p:cNvSpPr>
            <a:spLocks noGrp="1"/>
          </p:cNvSpPr>
          <p:nvPr>
            <p:ph type="title"/>
          </p:nvPr>
        </p:nvSpPr>
        <p:spPr bwMode="auto">
          <a:xfrm>
            <a:off x="677335" y="1931988"/>
            <a:ext cx="8596668" cy="2595460"/>
          </a:xfrm>
        </p:spPr>
        <p:txBody>
          <a:bodyPr anchor="b">
            <a:normAutofit/>
          </a:bodyPr>
          <a:lstStyle>
            <a:lvl1pPr algn="l">
              <a:defRPr sz="4400" b="0" cap="none"/>
            </a:lvl1pPr>
          </a:lstStyle>
          <a:p>
            <a:pPr>
              <a:defRPr/>
            </a:pPr>
            <a:r>
              <a:rPr lang="en-US"/>
              <a:t>Click to edit Master title style</a:t>
            </a:r>
            <a:endParaRPr lang="en-US"/>
          </a:p>
        </p:txBody>
      </p:sp>
      <p:sp>
        <p:nvSpPr>
          <p:cNvPr id="1939840616" name="Text Placeholder 2"/>
          <p:cNvSpPr>
            <a:spLocks noGrp="1"/>
          </p:cNvSpPr>
          <p:nvPr>
            <p:ph type="body" idx="1"/>
          </p:nvPr>
        </p:nvSpPr>
        <p:spPr bwMode="auto">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649698809" name="Date Placeholder 3"/>
          <p:cNvSpPr>
            <a:spLocks noGrp="1"/>
          </p:cNvSpPr>
          <p:nvPr>
            <p:ph type="dt" sz="half" idx="10"/>
          </p:nvPr>
        </p:nvSpPr>
        <p:spPr bwMode="auto"/>
        <p:txBody>
          <a:bodyPr/>
          <a:lstStyle/>
          <a:p>
            <a:pPr>
              <a:defRPr/>
            </a:pPr>
            <a:fld id="{B61BEF0D-F0BB-DE4B-95CE-6DB70DBA9567}" type="datetimeFigureOut">
              <a:rPr lang="en-US"/>
              <a:t>9/6/2026</a:t>
            </a:fld>
            <a:endParaRPr lang="en-US"/>
          </a:p>
        </p:txBody>
      </p:sp>
      <p:sp>
        <p:nvSpPr>
          <p:cNvPr id="1695015550" name="Footer Placeholder 4"/>
          <p:cNvSpPr>
            <a:spLocks noGrp="1"/>
          </p:cNvSpPr>
          <p:nvPr>
            <p:ph type="ftr" sz="quarter" idx="11"/>
          </p:nvPr>
        </p:nvSpPr>
        <p:spPr bwMode="auto"/>
        <p:txBody>
          <a:bodyPr/>
          <a:lstStyle/>
          <a:p>
            <a:pPr>
              <a:defRPr/>
            </a:pPr>
            <a:endParaRPr lang="en-US"/>
          </a:p>
        </p:txBody>
      </p:sp>
      <p:sp>
        <p:nvSpPr>
          <p:cNvPr id="212499331" name="Slide Number Placeholder 5"/>
          <p:cNvSpPr>
            <a:spLocks noGrp="1"/>
          </p:cNvSpPr>
          <p:nvPr>
            <p:ph type="sldNum" sz="quarter" idx="12"/>
          </p:nvPr>
        </p:nvSpPr>
        <p:spPr bwMode="auto"/>
        <p:txBody>
          <a:bodyPr/>
          <a:lstStyle/>
          <a:p>
            <a:pPr>
              <a:defRPr/>
            </a:pPr>
            <a:fld id="{D57F1E4F-1CFF-5643-939E-217C01CDF565}" type="slidenum">
              <a:rPr lang="en-US"/>
              <a:t>‹#›</a:t>
            </a:fld>
            <a:endParaRPr lang="en-US"/>
          </a:p>
        </p:txBody>
      </p:sp>
    </p:spTree>
  </p:cSld>
  <p:clrMapOvr>
    <a:masterClrMapping/>
  </p:clrMapOvr>
  <p:hf dt="0" ftr="0" hdr="0" sldNum="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Quote Name Card">
    <p:spTree>
      <p:nvGrpSpPr>
        <p:cNvPr id="1" name=""/>
        <p:cNvGrpSpPr/>
        <p:nvPr/>
      </p:nvGrpSpPr>
      <p:grpSpPr bwMode="auto">
        <a:xfrm>
          <a:off x="0" y="0"/>
          <a:ext cx="0" cy="0"/>
          <a:chOff x="0" y="0"/>
          <a:chExt cx="0" cy="0"/>
        </a:xfrm>
      </p:grpSpPr>
      <p:sp>
        <p:nvSpPr>
          <p:cNvPr id="737961607" name="Title 1"/>
          <p:cNvSpPr>
            <a:spLocks noGrp="1"/>
          </p:cNvSpPr>
          <p:nvPr>
            <p:ph type="title"/>
          </p:nvPr>
        </p:nvSpPr>
        <p:spPr bwMode="auto">
          <a:xfrm>
            <a:off x="931334" y="609600"/>
            <a:ext cx="8094134" cy="3022600"/>
          </a:xfrm>
        </p:spPr>
        <p:txBody>
          <a:bodyPr anchor="ctr">
            <a:normAutofit/>
          </a:bodyPr>
          <a:lstStyle>
            <a:lvl1pPr algn="l">
              <a:defRPr sz="4400" b="0" cap="none"/>
            </a:lvl1pPr>
          </a:lstStyle>
          <a:p>
            <a:pPr>
              <a:defRPr/>
            </a:pPr>
            <a:r>
              <a:rPr lang="en-US"/>
              <a:t>Click to edit Master title style</a:t>
            </a:r>
            <a:endParaRPr lang="en-US"/>
          </a:p>
        </p:txBody>
      </p:sp>
      <p:sp>
        <p:nvSpPr>
          <p:cNvPr id="2045877235" name="Text Placeholder 9"/>
          <p:cNvSpPr>
            <a:spLocks noGrp="1"/>
          </p:cNvSpPr>
          <p:nvPr>
            <p:ph type="body" sz="quarter" idx="13"/>
          </p:nvPr>
        </p:nvSpPr>
        <p:spPr bwMode="auto">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defRPr/>
            </a:pPr>
            <a:r>
              <a:rPr lang="en-US"/>
              <a:t>Click to edit Master text styles</a:t>
            </a:r>
            <a:endParaRPr/>
          </a:p>
        </p:txBody>
      </p:sp>
      <p:sp>
        <p:nvSpPr>
          <p:cNvPr id="652342134" name="Text Placeholder 2"/>
          <p:cNvSpPr>
            <a:spLocks noGrp="1"/>
          </p:cNvSpPr>
          <p:nvPr>
            <p:ph type="body" idx="1"/>
          </p:nvPr>
        </p:nvSpPr>
        <p:spPr bwMode="auto">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1905128871" name="Date Placeholder 3"/>
          <p:cNvSpPr>
            <a:spLocks noGrp="1"/>
          </p:cNvSpPr>
          <p:nvPr>
            <p:ph type="dt" sz="half" idx="10"/>
          </p:nvPr>
        </p:nvSpPr>
        <p:spPr bwMode="auto"/>
        <p:txBody>
          <a:bodyPr/>
          <a:lstStyle/>
          <a:p>
            <a:pPr>
              <a:defRPr/>
            </a:pPr>
            <a:fld id="{B61BEF0D-F0BB-DE4B-95CE-6DB70DBA9567}" type="datetimeFigureOut">
              <a:rPr lang="en-US"/>
              <a:t>9/6/2026</a:t>
            </a:fld>
            <a:endParaRPr lang="en-US"/>
          </a:p>
        </p:txBody>
      </p:sp>
      <p:sp>
        <p:nvSpPr>
          <p:cNvPr id="1768247630" name="Footer Placeholder 4"/>
          <p:cNvSpPr>
            <a:spLocks noGrp="1"/>
          </p:cNvSpPr>
          <p:nvPr>
            <p:ph type="ftr" sz="quarter" idx="11"/>
          </p:nvPr>
        </p:nvSpPr>
        <p:spPr bwMode="auto"/>
        <p:txBody>
          <a:bodyPr/>
          <a:lstStyle/>
          <a:p>
            <a:pPr>
              <a:defRPr/>
            </a:pPr>
            <a:endParaRPr lang="en-US"/>
          </a:p>
        </p:txBody>
      </p:sp>
      <p:sp>
        <p:nvSpPr>
          <p:cNvPr id="1610431474" name="Slide Number Placeholder 5"/>
          <p:cNvSpPr>
            <a:spLocks noGrp="1"/>
          </p:cNvSpPr>
          <p:nvPr>
            <p:ph type="sldNum" sz="quarter" idx="12"/>
          </p:nvPr>
        </p:nvSpPr>
        <p:spPr bwMode="auto"/>
        <p:txBody>
          <a:bodyPr/>
          <a:lstStyle/>
          <a:p>
            <a:pPr>
              <a:defRPr/>
            </a:pPr>
            <a:fld id="{D57F1E4F-1CFF-5643-939E-217C01CDF565}" type="slidenum">
              <a:rPr lang="en-US"/>
              <a:t>‹#›</a:t>
            </a:fld>
            <a:endParaRPr lang="en-US"/>
          </a:p>
        </p:txBody>
      </p:sp>
      <p:sp>
        <p:nvSpPr>
          <p:cNvPr id="949486352" name="TextBox 23"/>
          <p:cNvSpPr txBox="1"/>
          <p:nvPr/>
        </p:nvSpPr>
        <p:spPr bwMode="auto">
          <a:xfrm>
            <a:off x="541870" y="790378"/>
            <a:ext cx="609600" cy="584775"/>
          </a:xfrm>
          <a:prstGeom prst="rect">
            <a:avLst/>
          </a:prstGeom>
        </p:spPr>
        <p:txBody>
          <a:bodyPr vert="horz" lIns="91440" tIns="45720" rIns="91440" bIns="45720" rtlCol="0" anchor="ctr">
            <a:noAutofit/>
          </a:bodyPr>
          <a:lstStyle/>
          <a:p>
            <a:pPr lvl="0">
              <a:defRPr/>
            </a:pPr>
            <a:r>
              <a:rPr lang="en-US" sz="8000">
                <a:ln w="3175" cmpd="sng">
                  <a:noFill/>
                </a:ln>
                <a:solidFill>
                  <a:schemeClr val="accent1">
                    <a:lumMod val="60000"/>
                    <a:lumOff val="40000"/>
                  </a:schemeClr>
                </a:solidFill>
                <a:latin typeface="Arial"/>
              </a:rPr>
              <a:t>“</a:t>
            </a:r>
            <a:endParaRPr/>
          </a:p>
        </p:txBody>
      </p:sp>
      <p:sp>
        <p:nvSpPr>
          <p:cNvPr id="1895252040" name="TextBox 24"/>
          <p:cNvSpPr txBox="1"/>
          <p:nvPr/>
        </p:nvSpPr>
        <p:spPr bwMode="auto">
          <a:xfrm>
            <a:off x="8893011" y="2886556"/>
            <a:ext cx="609600" cy="584775"/>
          </a:xfrm>
          <a:prstGeom prst="rect">
            <a:avLst/>
          </a:prstGeom>
        </p:spPr>
        <p:txBody>
          <a:bodyPr vert="horz" lIns="91440" tIns="45720" rIns="91440" bIns="45720" rtlCol="0" anchor="ctr">
            <a:noAutofit/>
          </a:bodyPr>
          <a:lstStyle/>
          <a:p>
            <a:pPr lvl="0">
              <a:defRPr/>
            </a:pPr>
            <a:r>
              <a:rPr lang="en-US" sz="8000">
                <a:ln w="3175" cmpd="sng">
                  <a:noFill/>
                </a:ln>
                <a:solidFill>
                  <a:schemeClr val="accent1">
                    <a:lumMod val="60000"/>
                    <a:lumOff val="40000"/>
                  </a:schemeClr>
                </a:solidFill>
                <a:latin typeface="Arial"/>
              </a:rPr>
              <a:t>”</a:t>
            </a:r>
            <a:endParaRPr/>
          </a:p>
        </p:txBody>
      </p:sp>
    </p:spTree>
  </p:cSld>
  <p:clrMapOvr>
    <a:masterClrMapping/>
  </p:clrMapOvr>
  <p:hf dt="0" ftr="0" hdr="0" sldNum="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rue or False">
    <p:spTree>
      <p:nvGrpSpPr>
        <p:cNvPr id="1" name=""/>
        <p:cNvGrpSpPr/>
        <p:nvPr/>
      </p:nvGrpSpPr>
      <p:grpSpPr bwMode="auto">
        <a:xfrm>
          <a:off x="0" y="0"/>
          <a:ext cx="0" cy="0"/>
          <a:chOff x="0" y="0"/>
          <a:chExt cx="0" cy="0"/>
        </a:xfrm>
      </p:grpSpPr>
      <p:sp>
        <p:nvSpPr>
          <p:cNvPr id="469421985" name="Title 1"/>
          <p:cNvSpPr>
            <a:spLocks noGrp="1"/>
          </p:cNvSpPr>
          <p:nvPr>
            <p:ph type="title"/>
          </p:nvPr>
        </p:nvSpPr>
        <p:spPr bwMode="auto">
          <a:xfrm>
            <a:off x="685799" y="609600"/>
            <a:ext cx="8588203" cy="3022600"/>
          </a:xfrm>
        </p:spPr>
        <p:txBody>
          <a:bodyPr anchor="ctr">
            <a:normAutofit/>
          </a:bodyPr>
          <a:lstStyle>
            <a:lvl1pPr algn="l">
              <a:defRPr sz="4400" b="0" cap="none"/>
            </a:lvl1pPr>
          </a:lstStyle>
          <a:p>
            <a:pPr>
              <a:defRPr/>
            </a:pPr>
            <a:r>
              <a:rPr lang="en-US"/>
              <a:t>Click to edit Master title style</a:t>
            </a:r>
            <a:endParaRPr lang="en-US"/>
          </a:p>
        </p:txBody>
      </p:sp>
      <p:sp>
        <p:nvSpPr>
          <p:cNvPr id="501568432" name="Text Placeholder 9"/>
          <p:cNvSpPr>
            <a:spLocks noGrp="1"/>
          </p:cNvSpPr>
          <p:nvPr>
            <p:ph type="body" sz="quarter" idx="13"/>
          </p:nvPr>
        </p:nvSpPr>
        <p:spPr bwMode="auto">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defRPr/>
            </a:pPr>
            <a:r>
              <a:rPr lang="en-US"/>
              <a:t>Click to edit Master text styles</a:t>
            </a:r>
            <a:endParaRPr/>
          </a:p>
        </p:txBody>
      </p:sp>
      <p:sp>
        <p:nvSpPr>
          <p:cNvPr id="873358452" name="Text Placeholder 2"/>
          <p:cNvSpPr>
            <a:spLocks noGrp="1"/>
          </p:cNvSpPr>
          <p:nvPr>
            <p:ph type="body" idx="1"/>
          </p:nvPr>
        </p:nvSpPr>
        <p:spPr bwMode="auto">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740347676" name="Date Placeholder 3"/>
          <p:cNvSpPr>
            <a:spLocks noGrp="1"/>
          </p:cNvSpPr>
          <p:nvPr>
            <p:ph type="dt" sz="half" idx="10"/>
          </p:nvPr>
        </p:nvSpPr>
        <p:spPr bwMode="auto"/>
        <p:txBody>
          <a:bodyPr/>
          <a:lstStyle/>
          <a:p>
            <a:pPr>
              <a:defRPr/>
            </a:pPr>
            <a:fld id="{B61BEF0D-F0BB-DE4B-95CE-6DB70DBA9567}" type="datetimeFigureOut">
              <a:rPr lang="en-US"/>
              <a:t>9/6/2026</a:t>
            </a:fld>
            <a:endParaRPr lang="en-US"/>
          </a:p>
        </p:txBody>
      </p:sp>
      <p:sp>
        <p:nvSpPr>
          <p:cNvPr id="955255218" name="Footer Placeholder 4"/>
          <p:cNvSpPr>
            <a:spLocks noGrp="1"/>
          </p:cNvSpPr>
          <p:nvPr>
            <p:ph type="ftr" sz="quarter" idx="11"/>
          </p:nvPr>
        </p:nvSpPr>
        <p:spPr bwMode="auto"/>
        <p:txBody>
          <a:bodyPr/>
          <a:lstStyle/>
          <a:p>
            <a:pPr>
              <a:defRPr/>
            </a:pPr>
            <a:endParaRPr lang="en-US"/>
          </a:p>
        </p:txBody>
      </p:sp>
      <p:sp>
        <p:nvSpPr>
          <p:cNvPr id="844763429" name="Slide Number Placeholder 5"/>
          <p:cNvSpPr>
            <a:spLocks noGrp="1"/>
          </p:cNvSpPr>
          <p:nvPr>
            <p:ph type="sldNum" sz="quarter" idx="12"/>
          </p:nvPr>
        </p:nvSpPr>
        <p:spPr bwMode="auto"/>
        <p:txBody>
          <a:bodyPr/>
          <a:lstStyle/>
          <a:p>
            <a:pPr>
              <a:defRPr/>
            </a:pPr>
            <a:fld id="{D57F1E4F-1CFF-5643-939E-217C01CDF565}" type="slidenum">
              <a:rPr lang="en-US"/>
              <a:t>‹#›</a:t>
            </a:fld>
            <a:endParaRPr lang="en-US"/>
          </a:p>
        </p:txBody>
      </p:sp>
    </p:spTree>
  </p:cSld>
  <p:clrMapOvr>
    <a:masterClrMapping/>
  </p:clrMapOvr>
  <p:hf dt="0" ftr="0" hdr="0" sldNum="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2104228125" name="Title 1"/>
          <p:cNvSpPr>
            <a:spLocks noGrp="1"/>
          </p:cNvSpPr>
          <p:nvPr>
            <p:ph type="title"/>
          </p:nvPr>
        </p:nvSpPr>
        <p:spPr bwMode="auto"/>
        <p:txBody>
          <a:bodyPr/>
          <a:lstStyle/>
          <a:p>
            <a:pPr>
              <a:defRPr/>
            </a:pPr>
            <a:r>
              <a:rPr lang="en-US"/>
              <a:t>Click to edit Master title style</a:t>
            </a:r>
            <a:endParaRPr lang="en-US"/>
          </a:p>
        </p:txBody>
      </p:sp>
      <p:sp>
        <p:nvSpPr>
          <p:cNvPr id="1766733806"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025651806" name="Date Placeholder 3"/>
          <p:cNvSpPr>
            <a:spLocks noGrp="1"/>
          </p:cNvSpPr>
          <p:nvPr>
            <p:ph type="dt" sz="half" idx="10"/>
          </p:nvPr>
        </p:nvSpPr>
        <p:spPr bwMode="auto"/>
        <p:txBody>
          <a:bodyPr/>
          <a:lstStyle/>
          <a:p>
            <a:pPr>
              <a:defRPr/>
            </a:pPr>
            <a:fld id="{55C6B4A9-1611-4792-9094-5F34BCA07E0B}" type="datetimeFigureOut">
              <a:rPr lang="en-US"/>
              <a:t>9/6/2026</a:t>
            </a:fld>
            <a:endParaRPr lang="en-US"/>
          </a:p>
        </p:txBody>
      </p:sp>
      <p:sp>
        <p:nvSpPr>
          <p:cNvPr id="1471016030" name="Footer Placeholder 4"/>
          <p:cNvSpPr>
            <a:spLocks noGrp="1"/>
          </p:cNvSpPr>
          <p:nvPr>
            <p:ph type="ftr" sz="quarter" idx="11"/>
          </p:nvPr>
        </p:nvSpPr>
        <p:spPr bwMode="auto"/>
        <p:txBody>
          <a:bodyPr/>
          <a:lstStyle/>
          <a:p>
            <a:pPr>
              <a:defRPr/>
            </a:pPr>
            <a:endParaRPr lang="en-US"/>
          </a:p>
        </p:txBody>
      </p:sp>
      <p:sp>
        <p:nvSpPr>
          <p:cNvPr id="1827776708" name="Slide Number Placeholder 5"/>
          <p:cNvSpPr>
            <a:spLocks noGrp="1"/>
          </p:cNvSpPr>
          <p:nvPr>
            <p:ph type="sldNum" sz="quarter" idx="12"/>
          </p:nvPr>
        </p:nvSpPr>
        <p:spPr bwMode="auto"/>
        <p:txBody>
          <a:bodyPr/>
          <a:lstStyle/>
          <a:p>
            <a:pPr>
              <a:defRPr/>
            </a:pPr>
            <a:fld id="{89333C77-0158-454C-844F-B7AB9BD7DAD4}" type="slidenum">
              <a:rPr lang="en-US"/>
              <a:t>‹#›</a:t>
            </a:fld>
            <a:endParaRPr lang="en-US"/>
          </a:p>
        </p:txBody>
      </p:sp>
    </p:spTree>
  </p:cSld>
  <p:clrMapOvr>
    <a:masterClrMapping/>
  </p:clrMapOvr>
  <p:hf dt="0" ftr="0" hdr="0" sldNum="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593275700" name="Vertical Title 1"/>
          <p:cNvSpPr>
            <a:spLocks noGrp="1"/>
          </p:cNvSpPr>
          <p:nvPr>
            <p:ph type="title" orient="vert"/>
          </p:nvPr>
        </p:nvSpPr>
        <p:spPr bwMode="auto">
          <a:xfrm>
            <a:off x="7967673" y="609599"/>
            <a:ext cx="1304743" cy="5251451"/>
          </a:xfrm>
        </p:spPr>
        <p:txBody>
          <a:bodyPr vert="eaVert" anchor="ctr"/>
          <a:lstStyle/>
          <a:p>
            <a:pPr>
              <a:defRPr/>
            </a:pPr>
            <a:r>
              <a:rPr lang="en-US"/>
              <a:t>Click to edit Master title style</a:t>
            </a:r>
            <a:endParaRPr lang="en-US"/>
          </a:p>
        </p:txBody>
      </p:sp>
      <p:sp>
        <p:nvSpPr>
          <p:cNvPr id="720480327" name="Vertical Text Placeholder 2"/>
          <p:cNvSpPr>
            <a:spLocks noGrp="1"/>
          </p:cNvSpPr>
          <p:nvPr>
            <p:ph type="body" orient="vert" idx="1"/>
          </p:nvPr>
        </p:nvSpPr>
        <p:spPr bwMode="auto">
          <a:xfrm>
            <a:off x="677335" y="609600"/>
            <a:ext cx="7060150" cy="5251450"/>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568792526" name="Date Placeholder 3"/>
          <p:cNvSpPr>
            <a:spLocks noGrp="1"/>
          </p:cNvSpPr>
          <p:nvPr>
            <p:ph type="dt" sz="half" idx="10"/>
          </p:nvPr>
        </p:nvSpPr>
        <p:spPr bwMode="auto"/>
        <p:txBody>
          <a:bodyPr/>
          <a:lstStyle/>
          <a:p>
            <a:pPr>
              <a:defRPr/>
            </a:pPr>
            <a:fld id="{B61BEF0D-F0BB-DE4B-95CE-6DB70DBA9567}" type="datetimeFigureOut">
              <a:rPr lang="en-US"/>
              <a:t>9/6/2026</a:t>
            </a:fld>
            <a:endParaRPr lang="en-US"/>
          </a:p>
        </p:txBody>
      </p:sp>
      <p:sp>
        <p:nvSpPr>
          <p:cNvPr id="731870276" name="Footer Placeholder 4"/>
          <p:cNvSpPr>
            <a:spLocks noGrp="1"/>
          </p:cNvSpPr>
          <p:nvPr>
            <p:ph type="ftr" sz="quarter" idx="11"/>
          </p:nvPr>
        </p:nvSpPr>
        <p:spPr bwMode="auto"/>
        <p:txBody>
          <a:bodyPr/>
          <a:lstStyle/>
          <a:p>
            <a:pPr>
              <a:defRPr/>
            </a:pPr>
            <a:endParaRPr lang="en-US"/>
          </a:p>
        </p:txBody>
      </p:sp>
      <p:sp>
        <p:nvSpPr>
          <p:cNvPr id="1985045872" name="Slide Number Placeholder 5"/>
          <p:cNvSpPr>
            <a:spLocks noGrp="1"/>
          </p:cNvSpPr>
          <p:nvPr>
            <p:ph type="sldNum" sz="quarter" idx="12"/>
          </p:nvPr>
        </p:nvSpPr>
        <p:spPr bwMode="auto"/>
        <p:txBody>
          <a:bodyPr/>
          <a:lstStyle/>
          <a:p>
            <a:pPr>
              <a:defRPr/>
            </a:pPr>
            <a:fld id="{D57F1E4F-1CFF-5643-939E-217C01CDF565}" type="slidenum">
              <a:rPr lang="en-US"/>
              <a:t>‹#›</a:t>
            </a:fld>
            <a:endParaRPr lang="en-US"/>
          </a:p>
        </p:txBody>
      </p:sp>
    </p:spTree>
  </p:cSld>
  <p:clrMapOvr>
    <a:masterClrMapping/>
  </p:clrMapOvr>
  <p:hf dt="0" ftr="0" hdr="0" sldNum="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Quote">
    <p:spTree>
      <p:nvGrpSpPr>
        <p:cNvPr id="1" name=""/>
        <p:cNvGrpSpPr/>
        <p:nvPr/>
      </p:nvGrpSpPr>
      <p:grpSpPr bwMode="auto">
        <a:xfrm>
          <a:off x="0" y="0"/>
          <a:ext cx="0" cy="0"/>
          <a:chOff x="0" y="0"/>
          <a:chExt cx="0" cy="0"/>
        </a:xfrm>
      </p:grpSpPr>
      <p:sp>
        <p:nvSpPr>
          <p:cNvPr id="1049930160" name="Text Placeholder 10"/>
          <p:cNvSpPr>
            <a:spLocks noGrp="1"/>
          </p:cNvSpPr>
          <p:nvPr>
            <p:ph type="body" sz="quarter" idx="11"/>
          </p:nvPr>
        </p:nvSpPr>
        <p:spPr bwMode="auto">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defRPr/>
            </a:pPr>
            <a:r>
              <a:rPr lang="en-US"/>
              <a:t>Click to edit Master text styles</a:t>
            </a:r>
            <a:endParaRPr/>
          </a:p>
          <a:p>
            <a:pPr lvl="1">
              <a:defRPr/>
            </a:pPr>
            <a:r>
              <a:rPr lang="en-US"/>
              <a:t>Second level</a:t>
            </a:r>
            <a:endParaRPr/>
          </a:p>
        </p:txBody>
      </p:sp>
      <p:sp>
        <p:nvSpPr>
          <p:cNvPr id="251505245" name="Hexagon 14"/>
          <p:cNvSpPr/>
          <p:nvPr userDrawn="1"/>
        </p:nvSpPr>
        <p:spPr bwMode="auto">
          <a:xfrm>
            <a:off x="740309" y="1382809"/>
            <a:ext cx="1229566" cy="1059971"/>
          </a:xfrm>
          <a:prstGeom prst="hexagon">
            <a:avLst>
              <a:gd name="adj" fmla="val 25000"/>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09474430" name="Hexagon 15"/>
          <p:cNvSpPr/>
          <p:nvPr userDrawn="1"/>
        </p:nvSpPr>
        <p:spPr bwMode="auto">
          <a:xfrm>
            <a:off x="3755031" y="1194620"/>
            <a:ext cx="1666162" cy="1436347"/>
          </a:xfrm>
          <a:prstGeom prst="hexagon">
            <a:avLst>
              <a:gd name="adj" fmla="val 25000"/>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607384683" name="Hexagon 16"/>
          <p:cNvSpPr/>
          <p:nvPr userDrawn="1"/>
        </p:nvSpPr>
        <p:spPr bwMode="auto">
          <a:xfrm>
            <a:off x="3804994" y="5233183"/>
            <a:ext cx="718261" cy="619191"/>
          </a:xfrm>
          <a:prstGeom prst="hexagon">
            <a:avLst>
              <a:gd name="adj" fmla="val 25000"/>
              <a:gd name="vf" fmla="val 11547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823190084" name="Hexagon 17"/>
          <p:cNvSpPr/>
          <p:nvPr userDrawn="1"/>
        </p:nvSpPr>
        <p:spPr bwMode="auto">
          <a:xfrm>
            <a:off x="1837838" y="1101306"/>
            <a:ext cx="651613" cy="561736"/>
          </a:xfrm>
          <a:prstGeom prst="hexagon">
            <a:avLst>
              <a:gd name="adj" fmla="val 25000"/>
              <a:gd name="vf" fmla="val 11547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081960773" name="Picture Placeholder 18"/>
          <p:cNvSpPr>
            <a:spLocks noGrp="1"/>
          </p:cNvSpPr>
          <p:nvPr>
            <p:ph type="pic" sz="quarter" idx="12"/>
          </p:nvPr>
        </p:nvSpPr>
        <p:spPr bwMode="auto">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fill="norm" stroke="1" extrusionOk="0">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pPr>
              <a:defRPr/>
            </a:pPr>
            <a:r>
              <a:rPr lang="en-US"/>
              <a:t>Click icon to add picture</a:t>
            </a:r>
            <a:endParaRPr lang="en-US"/>
          </a:p>
        </p:txBody>
      </p:sp>
      <p:sp>
        <p:nvSpPr>
          <p:cNvPr id="1243737566" name="Title 1"/>
          <p:cNvSpPr>
            <a:spLocks noGrp="1"/>
          </p:cNvSpPr>
          <p:nvPr>
            <p:ph type="title"/>
          </p:nvPr>
        </p:nvSpPr>
        <p:spPr bwMode="auto">
          <a:xfrm>
            <a:off x="6312871" y="2050552"/>
            <a:ext cx="4998720" cy="1748983"/>
          </a:xfrm>
          <a:prstGeom prst="rect">
            <a:avLst/>
          </a:prstGeom>
        </p:spPr>
        <p:txBody>
          <a:bodyPr/>
          <a:lstStyle>
            <a:lvl1pPr>
              <a:defRPr sz="2800">
                <a:solidFill>
                  <a:schemeClr val="tx1"/>
                </a:solidFill>
                <a:latin typeface="+mn-lt"/>
              </a:defRPr>
            </a:lvl1pPr>
          </a:lstStyle>
          <a:p>
            <a:pPr>
              <a:defRPr/>
            </a:pPr>
            <a:r>
              <a:rPr lang="en-US"/>
              <a:t>Click to edit Master title style</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Introduction">
    <p:spTree>
      <p:nvGrpSpPr>
        <p:cNvPr id="1" name=""/>
        <p:cNvGrpSpPr/>
        <p:nvPr/>
      </p:nvGrpSpPr>
      <p:grpSpPr bwMode="auto">
        <a:xfrm>
          <a:off x="0" y="0"/>
          <a:ext cx="0" cy="0"/>
          <a:chOff x="0" y="0"/>
          <a:chExt cx="0" cy="0"/>
        </a:xfrm>
      </p:grpSpPr>
      <p:sp>
        <p:nvSpPr>
          <p:cNvPr id="1936086158" name="Oval 9"/>
          <p:cNvSpPr/>
          <p:nvPr userDrawn="1"/>
        </p:nvSpPr>
        <p:spPr bwMode="auto">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accent5"/>
              </a:solidFill>
            </a:endParaRPr>
          </a:p>
        </p:txBody>
      </p:sp>
      <p:sp>
        <p:nvSpPr>
          <p:cNvPr id="1508699196" name="Oval 13"/>
          <p:cNvSpPr/>
          <p:nvPr userDrawn="1"/>
        </p:nvSpPr>
        <p:spPr bwMode="auto">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accent5"/>
              </a:solidFill>
            </a:endParaRPr>
          </a:p>
        </p:txBody>
      </p:sp>
      <p:sp>
        <p:nvSpPr>
          <p:cNvPr id="349058737" name="Oval 15"/>
          <p:cNvSpPr/>
          <p:nvPr userDrawn="1"/>
        </p:nvSpPr>
        <p:spPr bwMode="auto">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accent5"/>
              </a:solidFill>
            </a:endParaRPr>
          </a:p>
        </p:txBody>
      </p:sp>
      <p:sp>
        <p:nvSpPr>
          <p:cNvPr id="1157655148" name="Picture Placeholder 22"/>
          <p:cNvSpPr>
            <a:spLocks noGrp="1"/>
          </p:cNvSpPr>
          <p:nvPr>
            <p:ph type="pic" sz="quarter" idx="10"/>
          </p:nvPr>
        </p:nvSpPr>
        <p:spPr bwMode="auto">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fill="norm" stroke="1" extrusionOk="0">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pPr>
              <a:defRPr/>
            </a:pPr>
            <a:r>
              <a:rPr lang="en-US"/>
              <a:t>Click icon to add picture</a:t>
            </a:r>
            <a:endParaRPr lang="en-US"/>
          </a:p>
        </p:txBody>
      </p:sp>
      <p:sp>
        <p:nvSpPr>
          <p:cNvPr id="1217457128" name="Text Placeholder 26"/>
          <p:cNvSpPr>
            <a:spLocks noGrp="1"/>
          </p:cNvSpPr>
          <p:nvPr>
            <p:ph type="body" sz="quarter" idx="12"/>
          </p:nvPr>
        </p:nvSpPr>
        <p:spPr bwMode="auto">
          <a:xfrm>
            <a:off x="660400" y="2044700"/>
            <a:ext cx="4275138" cy="3560763"/>
          </a:xfrm>
          <a:prstGeom prst="rect">
            <a:avLst/>
          </a:prstGeom>
        </p:spPr>
        <p:txBody>
          <a:bodyPr/>
          <a:lstStyle>
            <a:lvl1pPr>
              <a:lnSpc>
                <a:spcPct val="150000"/>
              </a:lnSpc>
              <a:buClr>
                <a:schemeClr val="accent4"/>
              </a:buClr>
              <a:buFont typeface="Wingdings"/>
              <a:buChar char="§"/>
              <a:defRPr sz="2000"/>
            </a:lvl1pPr>
            <a:lvl2pPr>
              <a:buClr>
                <a:schemeClr val="accent4"/>
              </a:buClr>
              <a:buFont typeface="Wingdings"/>
              <a:buChar char="§"/>
              <a:defRPr sz="2000"/>
            </a:lvl2pPr>
            <a:lvl3pPr>
              <a:buClr>
                <a:schemeClr val="accent4"/>
              </a:buClr>
              <a:buFont typeface="Wingdings"/>
              <a:buChar char="§"/>
              <a:defRPr sz="1800"/>
            </a:lvl3pPr>
            <a:lvl4pPr>
              <a:buClr>
                <a:schemeClr val="accent4"/>
              </a:buClr>
              <a:buFont typeface="Wingdings"/>
              <a:buChar char="§"/>
              <a:defRPr sz="1800"/>
            </a:lvl4pPr>
            <a:lvl5pPr>
              <a:buClr>
                <a:schemeClr val="accent4"/>
              </a:buClr>
              <a:buFont typeface="Wingdings"/>
              <a:buChar char="§"/>
              <a:defRPr sz="1800"/>
            </a:lvl5pPr>
          </a:lstStyle>
          <a:p>
            <a:pPr lvl="0">
              <a:defRPr/>
            </a:pPr>
            <a:r>
              <a:rPr lang="en-US"/>
              <a:t>Click to edit Master text styles</a:t>
            </a:r>
            <a:endParaRPr/>
          </a:p>
        </p:txBody>
      </p:sp>
      <p:sp>
        <p:nvSpPr>
          <p:cNvPr id="1374353182" name="Title 1"/>
          <p:cNvSpPr>
            <a:spLocks noGrp="1"/>
          </p:cNvSpPr>
          <p:nvPr>
            <p:ph type="title"/>
          </p:nvPr>
        </p:nvSpPr>
        <p:spPr bwMode="auto">
          <a:xfrm>
            <a:off x="660400" y="805213"/>
            <a:ext cx="4275138" cy="830997"/>
          </a:xfrm>
          <a:prstGeom prst="rect">
            <a:avLst/>
          </a:prstGeom>
        </p:spPr>
        <p:txBody>
          <a:bodyPr/>
          <a:lstStyle>
            <a:lvl1pPr>
              <a:defRPr sz="4800" b="1">
                <a:solidFill>
                  <a:schemeClr val="tx1"/>
                </a:solidFill>
              </a:defRPr>
            </a:lvl1pPr>
          </a:lstStyle>
          <a:p>
            <a:pPr>
              <a:defRPr/>
            </a:pPr>
            <a:r>
              <a:rPr lang="en-US"/>
              <a:t>Click to edit Master title style</a:t>
            </a:r>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Agenda">
    <p:spTree>
      <p:nvGrpSpPr>
        <p:cNvPr id="1" name=""/>
        <p:cNvGrpSpPr/>
        <p:nvPr/>
      </p:nvGrpSpPr>
      <p:grpSpPr bwMode="auto">
        <a:xfrm>
          <a:off x="0" y="0"/>
          <a:ext cx="0" cy="0"/>
          <a:chOff x="0" y="0"/>
          <a:chExt cx="0" cy="0"/>
        </a:xfrm>
      </p:grpSpPr>
      <p:sp>
        <p:nvSpPr>
          <p:cNvPr id="2027613641" name="Text Placeholder 26"/>
          <p:cNvSpPr>
            <a:spLocks noGrp="1"/>
          </p:cNvSpPr>
          <p:nvPr>
            <p:ph type="body" sz="quarter" idx="12"/>
          </p:nvPr>
        </p:nvSpPr>
        <p:spPr bwMode="auto">
          <a:xfrm>
            <a:off x="660400" y="2044700"/>
            <a:ext cx="4275138" cy="3560763"/>
          </a:xfrm>
          <a:prstGeom prst="rect">
            <a:avLst/>
          </a:prstGeom>
        </p:spPr>
        <p:txBody>
          <a:bodyPr/>
          <a:lstStyle>
            <a:lvl1pPr>
              <a:buClr>
                <a:schemeClr val="accent4"/>
              </a:buClr>
              <a:buFont typeface="Wingdings"/>
              <a:buChar char="§"/>
              <a:defRPr sz="2000"/>
            </a:lvl1pPr>
            <a:lvl2pPr>
              <a:buClr>
                <a:schemeClr val="accent4"/>
              </a:buClr>
              <a:buFont typeface="Wingdings"/>
              <a:buChar char="§"/>
              <a:defRPr sz="1800"/>
            </a:lvl2pPr>
            <a:lvl3pPr>
              <a:buClr>
                <a:schemeClr val="accent4"/>
              </a:buClr>
              <a:buFont typeface="Wingdings"/>
              <a:buChar char="§"/>
              <a:defRPr sz="1600"/>
            </a:lvl3pPr>
            <a:lvl4pPr>
              <a:buClr>
                <a:schemeClr val="accent4"/>
              </a:buClr>
              <a:buFont typeface="Wingdings"/>
              <a:buChar char="§"/>
              <a:defRPr sz="1600"/>
            </a:lvl4pPr>
            <a:lvl5pPr>
              <a:buClr>
                <a:schemeClr val="accent4"/>
              </a:buClr>
              <a:buFont typeface="Wingdings"/>
              <a:buChar char="§"/>
              <a:defRPr sz="1600"/>
            </a:lvl5pPr>
          </a:lstStyle>
          <a:p>
            <a:pPr lvl="0">
              <a:defRPr/>
            </a:pPr>
            <a:r>
              <a:rPr lang="en-US"/>
              <a:t>Click to edit Master text styles</a:t>
            </a:r>
            <a:endParaRPr/>
          </a:p>
        </p:txBody>
      </p:sp>
      <p:sp>
        <p:nvSpPr>
          <p:cNvPr id="386590851" name="Rectangle 18"/>
          <p:cNvSpPr/>
          <p:nvPr userDrawn="1"/>
        </p:nvSpPr>
        <p:spPr bwMode="auto">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30185578" name="Rectangle 20"/>
          <p:cNvSpPr/>
          <p:nvPr userDrawn="1"/>
        </p:nvSpPr>
        <p:spPr bwMode="auto">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339634166" name="Rectangle 22"/>
          <p:cNvSpPr/>
          <p:nvPr userDrawn="1"/>
        </p:nvSpPr>
        <p:spPr bwMode="auto">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78160613" name="Picture Placeholder 10"/>
          <p:cNvSpPr>
            <a:spLocks noGrp="1"/>
          </p:cNvSpPr>
          <p:nvPr>
            <p:ph type="pic" sz="quarter" idx="13"/>
          </p:nvPr>
        </p:nvSpPr>
        <p:spPr bwMode="auto">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fill="norm" stroke="1" extrusionOk="0">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pPr>
              <a:defRPr/>
            </a:pPr>
            <a:r>
              <a:rPr lang="en-US"/>
              <a:t>Click icon to add picture</a:t>
            </a:r>
            <a:endParaRPr lang="en-US"/>
          </a:p>
        </p:txBody>
      </p:sp>
      <p:sp>
        <p:nvSpPr>
          <p:cNvPr id="739313395" name="Title 1"/>
          <p:cNvSpPr>
            <a:spLocks noGrp="1"/>
          </p:cNvSpPr>
          <p:nvPr>
            <p:ph type="title"/>
          </p:nvPr>
        </p:nvSpPr>
        <p:spPr bwMode="auto">
          <a:xfrm>
            <a:off x="660400" y="805213"/>
            <a:ext cx="4275138" cy="830997"/>
          </a:xfrm>
          <a:prstGeom prst="rect">
            <a:avLst/>
          </a:prstGeom>
        </p:spPr>
        <p:txBody>
          <a:bodyPr/>
          <a:lstStyle>
            <a:lvl1pPr>
              <a:defRPr sz="4800" b="1">
                <a:solidFill>
                  <a:schemeClr val="tx1"/>
                </a:solidFill>
              </a:defRPr>
            </a:lvl1pPr>
          </a:lstStyle>
          <a:p>
            <a:pPr>
              <a:defRPr/>
            </a:pPr>
            <a:r>
              <a:rPr lang="en-US"/>
              <a:t>Click to edit Master title style</a:t>
            </a:r>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Team">
    <p:spTree>
      <p:nvGrpSpPr>
        <p:cNvPr id="1" name=""/>
        <p:cNvGrpSpPr/>
        <p:nvPr/>
      </p:nvGrpSpPr>
      <p:grpSpPr bwMode="auto">
        <a:xfrm>
          <a:off x="0" y="0"/>
          <a:ext cx="0" cy="0"/>
          <a:chOff x="0" y="0"/>
          <a:chExt cx="0" cy="0"/>
        </a:xfrm>
      </p:grpSpPr>
      <p:sp>
        <p:nvSpPr>
          <p:cNvPr id="1075200313" name="Picture Placeholder 38"/>
          <p:cNvSpPr>
            <a:spLocks noGrp="1"/>
          </p:cNvSpPr>
          <p:nvPr>
            <p:ph type="pic" sz="quarter" idx="22"/>
          </p:nvPr>
        </p:nvSpPr>
        <p:spPr bwMode="auto">
          <a:xfrm>
            <a:off x="5353508" y="2555550"/>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fill="norm" stroke="1" extrusionOk="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pPr>
              <a:defRPr/>
            </a:pPr>
            <a:r>
              <a:rPr lang="en-US"/>
              <a:t>Click icon to add picture</a:t>
            </a:r>
            <a:endParaRPr lang="en-US"/>
          </a:p>
        </p:txBody>
      </p:sp>
      <p:sp>
        <p:nvSpPr>
          <p:cNvPr id="338708989" name="Picture Placeholder 37"/>
          <p:cNvSpPr>
            <a:spLocks noGrp="1"/>
          </p:cNvSpPr>
          <p:nvPr>
            <p:ph type="pic" sz="quarter" idx="21"/>
          </p:nvPr>
        </p:nvSpPr>
        <p:spPr bwMode="auto">
          <a:xfrm>
            <a:off x="3115921" y="2555550"/>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fill="norm" stroke="1" extrusionOk="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pPr>
              <a:defRPr/>
            </a:pPr>
            <a:r>
              <a:rPr lang="en-US"/>
              <a:t>Click icon to add picture</a:t>
            </a:r>
            <a:endParaRPr lang="en-US"/>
          </a:p>
        </p:txBody>
      </p:sp>
      <p:sp>
        <p:nvSpPr>
          <p:cNvPr id="1914669561" name="Picture Placeholder 39"/>
          <p:cNvSpPr>
            <a:spLocks noGrp="1"/>
          </p:cNvSpPr>
          <p:nvPr>
            <p:ph type="pic" sz="quarter" idx="23"/>
          </p:nvPr>
        </p:nvSpPr>
        <p:spPr bwMode="auto">
          <a:xfrm>
            <a:off x="7602465" y="2555550"/>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fill="norm" stroke="1" extrusionOk="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pPr>
              <a:defRPr/>
            </a:pPr>
            <a:r>
              <a:rPr lang="en-US"/>
              <a:t>Click icon to add picture</a:t>
            </a:r>
            <a:endParaRPr lang="en-US"/>
          </a:p>
        </p:txBody>
      </p:sp>
      <p:sp>
        <p:nvSpPr>
          <p:cNvPr id="49408768" name="Picture Placeholder 40"/>
          <p:cNvSpPr>
            <a:spLocks noGrp="1"/>
          </p:cNvSpPr>
          <p:nvPr>
            <p:ph type="pic" sz="quarter" idx="24"/>
          </p:nvPr>
        </p:nvSpPr>
        <p:spPr bwMode="auto">
          <a:xfrm>
            <a:off x="9840051" y="2555550"/>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fill="norm" stroke="1" extrusionOk="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pPr>
              <a:defRPr/>
            </a:pPr>
            <a:r>
              <a:rPr lang="en-US"/>
              <a:t>Click icon to add picture</a:t>
            </a:r>
            <a:endParaRPr lang="en-US"/>
          </a:p>
        </p:txBody>
      </p:sp>
      <p:sp>
        <p:nvSpPr>
          <p:cNvPr id="282023129" name="Title 1"/>
          <p:cNvSpPr>
            <a:spLocks noGrp="1"/>
          </p:cNvSpPr>
          <p:nvPr>
            <p:ph type="title"/>
          </p:nvPr>
        </p:nvSpPr>
        <p:spPr bwMode="auto">
          <a:xfrm>
            <a:off x="432000" y="647700"/>
            <a:ext cx="11340000" cy="700114"/>
          </a:xfrm>
          <a:prstGeom prst="rect">
            <a:avLst/>
          </a:prstGeom>
        </p:spPr>
        <p:txBody>
          <a:bodyPr anchor="ctr"/>
          <a:lstStyle/>
          <a:p>
            <a:pPr algn="ctr">
              <a:defRPr/>
            </a:pPr>
            <a:r>
              <a:rPr lang="en-US" sz="4800" b="1">
                <a:solidFill>
                  <a:schemeClr val="tx1"/>
                </a:solidFill>
              </a:rPr>
              <a:t>Click to edit Master title style</a:t>
            </a:r>
            <a:endParaRPr lang="en-US" sz="4800" b="1">
              <a:solidFill>
                <a:schemeClr val="tx1"/>
              </a:solidFill>
            </a:endParaRPr>
          </a:p>
        </p:txBody>
      </p:sp>
      <p:sp>
        <p:nvSpPr>
          <p:cNvPr id="2114194801" name="Hexagon 8"/>
          <p:cNvSpPr/>
          <p:nvPr userDrawn="1"/>
        </p:nvSpPr>
        <p:spPr bwMode="auto">
          <a:xfrm>
            <a:off x="546669" y="3467555"/>
            <a:ext cx="458268" cy="395059"/>
          </a:xfrm>
          <a:prstGeom prst="hexagon">
            <a:avLst>
              <a:gd name="adj" fmla="val 25000"/>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36729144" name="Hexagon 9"/>
          <p:cNvSpPr/>
          <p:nvPr userDrawn="1"/>
        </p:nvSpPr>
        <p:spPr bwMode="auto">
          <a:xfrm>
            <a:off x="11113337" y="2394722"/>
            <a:ext cx="358391" cy="308957"/>
          </a:xfrm>
          <a:prstGeom prst="hexagon">
            <a:avLst>
              <a:gd name="adj" fmla="val 25000"/>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5477445" name="Hexagon 10"/>
          <p:cNvSpPr/>
          <p:nvPr userDrawn="1"/>
        </p:nvSpPr>
        <p:spPr bwMode="auto">
          <a:xfrm>
            <a:off x="10882649" y="2202202"/>
            <a:ext cx="230688" cy="198869"/>
          </a:xfrm>
          <a:prstGeom prst="hexagon">
            <a:avLst>
              <a:gd name="adj" fmla="val 25000"/>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650131188" name="Text Placeholder 22"/>
          <p:cNvSpPr>
            <a:spLocks noGrp="1"/>
          </p:cNvSpPr>
          <p:nvPr>
            <p:ph type="body" sz="quarter" idx="10"/>
          </p:nvPr>
        </p:nvSpPr>
        <p:spPr bwMode="auto">
          <a:xfrm>
            <a:off x="546668" y="4172761"/>
            <a:ext cx="2139696" cy="344312"/>
          </a:xfrm>
          <a:prstGeom prst="rect">
            <a:avLst/>
          </a:prstGeom>
        </p:spPr>
        <p:txBody>
          <a:bodyPr/>
          <a:lstStyle>
            <a:lvl1pPr marL="0" indent="0" algn="ctr">
              <a:buNone/>
              <a:defRPr lang="en-US" sz="2000" b="1">
                <a:solidFill>
                  <a:schemeClr val="accent4"/>
                </a:solidFill>
                <a:latin typeface="+mj-lt"/>
                <a:ea typeface="+mn-ea"/>
                <a:cs typeface="+mn-cs"/>
              </a:defRPr>
            </a:lvl1pPr>
          </a:lstStyle>
          <a:p>
            <a:pPr lvl="0">
              <a:defRPr/>
            </a:pPr>
            <a:r>
              <a:rPr lang="en-US"/>
              <a:t>Click to edit Master text styles</a:t>
            </a:r>
            <a:endParaRPr/>
          </a:p>
        </p:txBody>
      </p:sp>
      <p:sp>
        <p:nvSpPr>
          <p:cNvPr id="1956698915" name="Text Placeholder 22"/>
          <p:cNvSpPr>
            <a:spLocks noGrp="1"/>
          </p:cNvSpPr>
          <p:nvPr>
            <p:ph type="body" sz="quarter" idx="11"/>
          </p:nvPr>
        </p:nvSpPr>
        <p:spPr bwMode="auto">
          <a:xfrm>
            <a:off x="556692" y="4588259"/>
            <a:ext cx="2139696" cy="344312"/>
          </a:xfrm>
          <a:prstGeom prst="rect">
            <a:avLst/>
          </a:prstGeom>
        </p:spPr>
        <p:txBody>
          <a:bodyPr/>
          <a:lstStyle>
            <a:lvl1pPr marL="0" indent="0" algn="ctr">
              <a:buNone/>
              <a:defRPr lang="en-US" sz="1600">
                <a:solidFill>
                  <a:schemeClr val="tx1"/>
                </a:solidFill>
                <a:latin typeface="+mn-lt"/>
                <a:ea typeface="+mn-ea"/>
                <a:cs typeface="+mn-cs"/>
              </a:defRPr>
            </a:lvl1pPr>
          </a:lstStyle>
          <a:p>
            <a:pPr lvl="0">
              <a:defRPr/>
            </a:pPr>
            <a:r>
              <a:rPr lang="en-US"/>
              <a:t>Click to edit Master text styles</a:t>
            </a:r>
            <a:endParaRPr/>
          </a:p>
        </p:txBody>
      </p:sp>
      <p:sp>
        <p:nvSpPr>
          <p:cNvPr id="1896875045" name="Text Placeholder 22"/>
          <p:cNvSpPr>
            <a:spLocks noGrp="1"/>
          </p:cNvSpPr>
          <p:nvPr>
            <p:ph type="body" sz="quarter" idx="12"/>
          </p:nvPr>
        </p:nvSpPr>
        <p:spPr bwMode="auto">
          <a:xfrm>
            <a:off x="2789482" y="4172761"/>
            <a:ext cx="2139696" cy="344312"/>
          </a:xfrm>
          <a:prstGeom prst="rect">
            <a:avLst/>
          </a:prstGeom>
        </p:spPr>
        <p:txBody>
          <a:bodyPr/>
          <a:lstStyle>
            <a:lvl1pPr marL="0" indent="0" algn="ctr">
              <a:buNone/>
              <a:defRPr lang="en-US" sz="2000" b="1">
                <a:solidFill>
                  <a:schemeClr val="accent4"/>
                </a:solidFill>
                <a:latin typeface="+mj-lt"/>
                <a:ea typeface="+mn-ea"/>
                <a:cs typeface="+mn-cs"/>
              </a:defRPr>
            </a:lvl1pPr>
          </a:lstStyle>
          <a:p>
            <a:pPr lvl="0">
              <a:defRPr/>
            </a:pPr>
            <a:r>
              <a:rPr lang="en-US"/>
              <a:t>Click to edit Master text styles</a:t>
            </a:r>
            <a:endParaRPr/>
          </a:p>
        </p:txBody>
      </p:sp>
      <p:sp>
        <p:nvSpPr>
          <p:cNvPr id="1715299033" name="Text Placeholder 22"/>
          <p:cNvSpPr>
            <a:spLocks noGrp="1"/>
          </p:cNvSpPr>
          <p:nvPr>
            <p:ph type="body" sz="quarter" idx="13"/>
          </p:nvPr>
        </p:nvSpPr>
        <p:spPr bwMode="auto">
          <a:xfrm>
            <a:off x="2789483" y="4588259"/>
            <a:ext cx="2139696" cy="344312"/>
          </a:xfrm>
          <a:prstGeom prst="rect">
            <a:avLst/>
          </a:prstGeom>
        </p:spPr>
        <p:txBody>
          <a:bodyPr/>
          <a:lstStyle>
            <a:lvl1pPr marL="0" indent="0" algn="ctr">
              <a:buNone/>
              <a:defRPr lang="en-US" sz="1600">
                <a:solidFill>
                  <a:schemeClr val="tx1"/>
                </a:solidFill>
                <a:latin typeface="+mn-lt"/>
                <a:ea typeface="+mn-ea"/>
                <a:cs typeface="+mn-cs"/>
              </a:defRPr>
            </a:lvl1pPr>
          </a:lstStyle>
          <a:p>
            <a:pPr lvl="0">
              <a:defRPr/>
            </a:pPr>
            <a:r>
              <a:rPr lang="en-US"/>
              <a:t>Click to edit Master text styles</a:t>
            </a:r>
            <a:endParaRPr/>
          </a:p>
        </p:txBody>
      </p:sp>
      <p:sp>
        <p:nvSpPr>
          <p:cNvPr id="614609889" name="Text Placeholder 22"/>
          <p:cNvSpPr>
            <a:spLocks noGrp="1"/>
          </p:cNvSpPr>
          <p:nvPr>
            <p:ph type="body" sz="quarter" idx="14"/>
          </p:nvPr>
        </p:nvSpPr>
        <p:spPr bwMode="auto">
          <a:xfrm>
            <a:off x="5032296" y="4172761"/>
            <a:ext cx="2139696" cy="344312"/>
          </a:xfrm>
          <a:prstGeom prst="rect">
            <a:avLst/>
          </a:prstGeom>
        </p:spPr>
        <p:txBody>
          <a:bodyPr/>
          <a:lstStyle>
            <a:lvl1pPr marL="0" indent="0" algn="ctr">
              <a:buNone/>
              <a:defRPr lang="en-US" sz="2000" b="1">
                <a:solidFill>
                  <a:schemeClr val="accent4"/>
                </a:solidFill>
                <a:latin typeface="+mj-lt"/>
                <a:ea typeface="+mn-ea"/>
                <a:cs typeface="+mn-cs"/>
              </a:defRPr>
            </a:lvl1pPr>
          </a:lstStyle>
          <a:p>
            <a:pPr lvl="0">
              <a:defRPr/>
            </a:pPr>
            <a:r>
              <a:rPr lang="en-US"/>
              <a:t>Click to edit Master text styles</a:t>
            </a:r>
            <a:endParaRPr/>
          </a:p>
        </p:txBody>
      </p:sp>
      <p:sp>
        <p:nvSpPr>
          <p:cNvPr id="161257414" name="Text Placeholder 22"/>
          <p:cNvSpPr>
            <a:spLocks noGrp="1"/>
          </p:cNvSpPr>
          <p:nvPr>
            <p:ph type="body" sz="quarter" idx="15"/>
          </p:nvPr>
        </p:nvSpPr>
        <p:spPr bwMode="auto">
          <a:xfrm>
            <a:off x="5029201" y="4588259"/>
            <a:ext cx="2139696" cy="344312"/>
          </a:xfrm>
          <a:prstGeom prst="rect">
            <a:avLst/>
          </a:prstGeom>
        </p:spPr>
        <p:txBody>
          <a:bodyPr/>
          <a:lstStyle>
            <a:lvl1pPr marL="0" indent="0" algn="ctr">
              <a:buNone/>
              <a:defRPr lang="en-US" sz="1600">
                <a:solidFill>
                  <a:schemeClr val="tx1"/>
                </a:solidFill>
                <a:latin typeface="+mn-lt"/>
                <a:ea typeface="+mn-ea"/>
                <a:cs typeface="+mn-cs"/>
              </a:defRPr>
            </a:lvl1pPr>
          </a:lstStyle>
          <a:p>
            <a:pPr lvl="0">
              <a:defRPr/>
            </a:pPr>
            <a:r>
              <a:rPr lang="en-US"/>
              <a:t>Click to edit Master text styles</a:t>
            </a:r>
            <a:endParaRPr/>
          </a:p>
        </p:txBody>
      </p:sp>
      <p:sp>
        <p:nvSpPr>
          <p:cNvPr id="989689937" name="Text Placeholder 22"/>
          <p:cNvSpPr>
            <a:spLocks noGrp="1"/>
          </p:cNvSpPr>
          <p:nvPr>
            <p:ph type="body" sz="quarter" idx="16"/>
          </p:nvPr>
        </p:nvSpPr>
        <p:spPr bwMode="auto">
          <a:xfrm>
            <a:off x="7275110" y="4172761"/>
            <a:ext cx="2139696" cy="344312"/>
          </a:xfrm>
          <a:prstGeom prst="rect">
            <a:avLst/>
          </a:prstGeom>
        </p:spPr>
        <p:txBody>
          <a:bodyPr/>
          <a:lstStyle>
            <a:lvl1pPr marL="0" indent="0" algn="ctr">
              <a:buNone/>
              <a:defRPr lang="en-US" sz="2000" b="1">
                <a:solidFill>
                  <a:schemeClr val="accent4"/>
                </a:solidFill>
                <a:latin typeface="+mj-lt"/>
                <a:ea typeface="+mn-ea"/>
                <a:cs typeface="+mn-cs"/>
              </a:defRPr>
            </a:lvl1pPr>
          </a:lstStyle>
          <a:p>
            <a:pPr lvl="0">
              <a:defRPr/>
            </a:pPr>
            <a:r>
              <a:rPr lang="en-US"/>
              <a:t>Click to edit Master text styles</a:t>
            </a:r>
            <a:endParaRPr/>
          </a:p>
        </p:txBody>
      </p:sp>
      <p:sp>
        <p:nvSpPr>
          <p:cNvPr id="1156617193" name="Text Placeholder 22"/>
          <p:cNvSpPr>
            <a:spLocks noGrp="1"/>
          </p:cNvSpPr>
          <p:nvPr>
            <p:ph type="body" sz="quarter" idx="17"/>
          </p:nvPr>
        </p:nvSpPr>
        <p:spPr bwMode="auto">
          <a:xfrm>
            <a:off x="7275111" y="4588259"/>
            <a:ext cx="2139696" cy="344312"/>
          </a:xfrm>
          <a:prstGeom prst="rect">
            <a:avLst/>
          </a:prstGeom>
        </p:spPr>
        <p:txBody>
          <a:bodyPr/>
          <a:lstStyle>
            <a:lvl1pPr marL="0" indent="0" algn="ctr">
              <a:buNone/>
              <a:defRPr lang="en-US" sz="1600">
                <a:solidFill>
                  <a:schemeClr val="tx1"/>
                </a:solidFill>
                <a:latin typeface="+mn-lt"/>
                <a:ea typeface="+mn-ea"/>
                <a:cs typeface="+mn-cs"/>
              </a:defRPr>
            </a:lvl1pPr>
          </a:lstStyle>
          <a:p>
            <a:pPr lvl="0">
              <a:defRPr/>
            </a:pPr>
            <a:r>
              <a:rPr lang="en-US"/>
              <a:t>Click to edit Master text styles</a:t>
            </a:r>
            <a:endParaRPr/>
          </a:p>
        </p:txBody>
      </p:sp>
      <p:sp>
        <p:nvSpPr>
          <p:cNvPr id="79087959" name="Text Placeholder 22"/>
          <p:cNvSpPr>
            <a:spLocks noGrp="1"/>
          </p:cNvSpPr>
          <p:nvPr>
            <p:ph type="body" sz="quarter" idx="18"/>
          </p:nvPr>
        </p:nvSpPr>
        <p:spPr bwMode="auto">
          <a:xfrm>
            <a:off x="9517923" y="4172761"/>
            <a:ext cx="2139696" cy="344312"/>
          </a:xfrm>
          <a:prstGeom prst="rect">
            <a:avLst/>
          </a:prstGeom>
        </p:spPr>
        <p:txBody>
          <a:bodyPr/>
          <a:lstStyle>
            <a:lvl1pPr marL="0" indent="0" algn="ctr">
              <a:buNone/>
              <a:defRPr lang="en-US" sz="2000" b="1">
                <a:solidFill>
                  <a:schemeClr val="accent4"/>
                </a:solidFill>
                <a:latin typeface="+mj-lt"/>
                <a:ea typeface="+mn-ea"/>
                <a:cs typeface="+mn-cs"/>
              </a:defRPr>
            </a:lvl1pPr>
          </a:lstStyle>
          <a:p>
            <a:pPr lvl="0">
              <a:defRPr/>
            </a:pPr>
            <a:r>
              <a:rPr lang="en-US"/>
              <a:t>Click to edit Master text styles</a:t>
            </a:r>
            <a:endParaRPr/>
          </a:p>
        </p:txBody>
      </p:sp>
      <p:sp>
        <p:nvSpPr>
          <p:cNvPr id="1855068609" name="Text Placeholder 22"/>
          <p:cNvSpPr>
            <a:spLocks noGrp="1"/>
          </p:cNvSpPr>
          <p:nvPr>
            <p:ph type="body" sz="quarter" idx="19"/>
          </p:nvPr>
        </p:nvSpPr>
        <p:spPr bwMode="auto">
          <a:xfrm>
            <a:off x="9517923" y="4588259"/>
            <a:ext cx="2139696" cy="344312"/>
          </a:xfrm>
          <a:prstGeom prst="rect">
            <a:avLst/>
          </a:prstGeom>
        </p:spPr>
        <p:txBody>
          <a:bodyPr/>
          <a:lstStyle>
            <a:lvl1pPr marL="0" indent="0" algn="ctr">
              <a:buNone/>
              <a:defRPr lang="en-US" sz="1600">
                <a:solidFill>
                  <a:schemeClr val="tx1"/>
                </a:solidFill>
                <a:latin typeface="+mn-lt"/>
                <a:ea typeface="+mn-ea"/>
                <a:cs typeface="+mn-cs"/>
              </a:defRPr>
            </a:lvl1pPr>
          </a:lstStyle>
          <a:p>
            <a:pPr lvl="0">
              <a:defRPr/>
            </a:pPr>
            <a:r>
              <a:rPr lang="en-US"/>
              <a:t>Click to edit Master text styles</a:t>
            </a:r>
            <a:endParaRPr/>
          </a:p>
        </p:txBody>
      </p:sp>
      <p:sp>
        <p:nvSpPr>
          <p:cNvPr id="326051615" name="Picture Placeholder 36"/>
          <p:cNvSpPr>
            <a:spLocks noGrp="1"/>
          </p:cNvSpPr>
          <p:nvPr>
            <p:ph type="pic" sz="quarter" idx="20"/>
          </p:nvPr>
        </p:nvSpPr>
        <p:spPr bwMode="auto">
          <a:xfrm>
            <a:off x="878337" y="2555550"/>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fill="norm" stroke="1" extrusionOk="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pPr>
              <a:defRPr/>
            </a:pPr>
            <a:r>
              <a:rPr lang="en-US"/>
              <a:t>Click icon to add picture</a:t>
            </a:r>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userDrawn="1">
  <p:cSld name="1_Custom Layout">
    <p:bg>
      <p:bgPr shadeToTitle="0">
        <a:solidFill>
          <a:schemeClr val="tx1"/>
        </a:solidFill>
      </p:bgPr>
    </p:bg>
    <p:spTree>
      <p:nvGrpSpPr>
        <p:cNvPr id="1" name=""/>
        <p:cNvGrpSpPr/>
        <p:nvPr/>
      </p:nvGrpSpPr>
      <p:grpSpPr bwMode="auto">
        <a:xfrm>
          <a:off x="0" y="0"/>
          <a:ext cx="0" cy="0"/>
          <a:chOff x="0" y="0"/>
          <a:chExt cx="0" cy="0"/>
        </a:xfrm>
      </p:grpSpPr>
      <p:sp>
        <p:nvSpPr>
          <p:cNvPr id="1302312475" name="Picture Placeholder 21"/>
          <p:cNvSpPr>
            <a:spLocks noGrp="1"/>
          </p:cNvSpPr>
          <p:nvPr>
            <p:ph type="pic" sz="quarter" idx="10"/>
          </p:nvPr>
        </p:nvSpPr>
        <p:spPr bwMode="auto">
          <a:xfrm>
            <a:off x="0" y="0"/>
            <a:ext cx="12192000" cy="6858000"/>
          </a:xfrm>
          <a:prstGeom prst="rect">
            <a:avLst/>
          </a:prstGeom>
        </p:spPr>
        <p:txBody>
          <a:bodyPr/>
          <a:lstStyle/>
          <a:p>
            <a:pPr>
              <a:defRPr/>
            </a:pPr>
            <a:r>
              <a:rPr lang="en-US"/>
              <a:t>Click icon to add picture</a:t>
            </a:r>
            <a:endParaRPr lang="en-US"/>
          </a:p>
        </p:txBody>
      </p:sp>
      <p:sp>
        <p:nvSpPr>
          <p:cNvPr id="1396094680" name="Rectangle 1" descr="Tall office building looking up"/>
          <p:cNvSpPr/>
          <p:nvPr userDrawn="1"/>
        </p:nvSpPr>
        <p:spPr bwMode="auto">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532755626" name="Text Placeholder 23"/>
          <p:cNvSpPr>
            <a:spLocks noGrp="1"/>
          </p:cNvSpPr>
          <p:nvPr>
            <p:ph type="body" sz="quarter" idx="11" hasCustomPrompt="1"/>
          </p:nvPr>
        </p:nvSpPr>
        <p:spPr bwMode="auto">
          <a:xfrm>
            <a:off x="4149139" y="4859469"/>
            <a:ext cx="3924934" cy="490538"/>
          </a:xfrm>
          <a:prstGeom prst="rect">
            <a:avLst/>
          </a:prstGeom>
        </p:spPr>
        <p:txBody>
          <a:bodyPr/>
          <a:lstStyle>
            <a:lvl1pPr algn="r">
              <a:buNone/>
              <a:defRPr lang="en-US" sz="2400" b="1">
                <a:solidFill>
                  <a:schemeClr val="accent4"/>
                </a:solidFill>
                <a:latin typeface="Calibri"/>
                <a:ea typeface="+mn-ea"/>
                <a:cs typeface="Calibri"/>
              </a:defRPr>
            </a:lvl1pPr>
            <a:lvl2pPr>
              <a:buNone/>
              <a:defRPr/>
            </a:lvl2pPr>
          </a:lstStyle>
          <a:p>
            <a:pPr lvl="0">
              <a:defRPr/>
            </a:pPr>
            <a:r>
              <a:rPr lang="en-US"/>
              <a:t>Click to edit text</a:t>
            </a:r>
            <a:endParaRPr/>
          </a:p>
        </p:txBody>
      </p:sp>
      <p:sp>
        <p:nvSpPr>
          <p:cNvPr id="2138906180" name="Title 1"/>
          <p:cNvSpPr>
            <a:spLocks noGrp="1"/>
          </p:cNvSpPr>
          <p:nvPr>
            <p:ph type="title"/>
          </p:nvPr>
        </p:nvSpPr>
        <p:spPr bwMode="auto">
          <a:xfrm>
            <a:off x="4149139" y="1529685"/>
            <a:ext cx="3924934" cy="1695637"/>
          </a:xfrm>
          <a:prstGeom prst="rect">
            <a:avLst/>
          </a:prstGeom>
        </p:spPr>
        <p:txBody>
          <a:bodyPr/>
          <a:lstStyle>
            <a:lvl1pPr>
              <a:spcBef>
                <a:spcPts val="1000"/>
              </a:spcBef>
              <a:defRPr sz="4800" b="1">
                <a:solidFill>
                  <a:schemeClr val="bg1"/>
                </a:solidFill>
              </a:defRPr>
            </a:lvl1pPr>
          </a:lstStyle>
          <a:p>
            <a:pPr>
              <a:defRPr/>
            </a:pPr>
            <a:r>
              <a:rPr lang="en-US"/>
              <a:t>Click to edit Master title style</a:t>
            </a:r>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grpSp>
        <p:nvGrpSpPr>
          <p:cNvPr id="1218071513" name="Group 43"/>
          <p:cNvGrpSpPr/>
          <p:nvPr/>
        </p:nvGrpSpPr>
        <p:grpSpPr bwMode="auto">
          <a:xfrm>
            <a:off x="0" y="-8467"/>
            <a:ext cx="12192000" cy="6866466"/>
            <a:chOff x="0" y="-8467"/>
            <a:chExt cx="12192000" cy="6866466"/>
          </a:xfrm>
        </p:grpSpPr>
        <p:cxnSp>
          <p:nvCxnSpPr>
            <p:cNvPr id="20" name="Straight Connector 19"/>
            <p:cNvCxnSpPr/>
            <p:nvPr/>
          </p:nvCxnSpPr>
          <p:spPr bwMode="auto">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bwMode="auto">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bwMode="auto">
            <a:xfrm>
              <a:off x="9181476" y="-8467"/>
              <a:ext cx="3007349" cy="6866466"/>
            </a:xfrm>
            <a:custGeom>
              <a:avLst/>
              <a:gdLst/>
              <a:ahLst/>
              <a:cxnLst/>
              <a:rect l="l" t="t" r="r" b="b"/>
              <a:pathLst>
                <a:path w="3007349" h="6866467" fill="norm" stroke="1" extrusionOk="0">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bwMode="auto">
            <a:xfrm>
              <a:off x="9603442" y="-8467"/>
              <a:ext cx="2588558" cy="6866466"/>
            </a:xfrm>
            <a:custGeom>
              <a:avLst/>
              <a:gdLst/>
              <a:ahLst/>
              <a:cxnLst/>
              <a:rect l="l" t="t" r="r" b="b"/>
              <a:pathLst>
                <a:path w="2573311" h="6866467" fill="norm" stroke="1" extrusionOk="0">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bwMode="auto">
            <a:xfrm>
              <a:off x="8932333" y="3048000"/>
              <a:ext cx="3259666"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bwMode="auto">
            <a:xfrm>
              <a:off x="9334500" y="-8467"/>
              <a:ext cx="2854326" cy="6866466"/>
            </a:xfrm>
            <a:custGeom>
              <a:avLst/>
              <a:gdLst/>
              <a:ahLst/>
              <a:cxnLst/>
              <a:rect l="l" t="t" r="r" b="b"/>
              <a:pathLst>
                <a:path w="2858013" h="6866467" fill="norm" stroke="1" extrusionOk="0">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bwMode="auto">
            <a:xfrm>
              <a:off x="10898730" y="-8467"/>
              <a:ext cx="1290094" cy="6866466"/>
            </a:xfrm>
            <a:custGeom>
              <a:avLst/>
              <a:gdLst/>
              <a:ahLst/>
              <a:cxnLst/>
              <a:rect l="l" t="t" r="r" b="b"/>
              <a:pathLst>
                <a:path w="1290094" h="6858000" fill="norm" stroke="1" extrusionOk="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bwMode="auto">
            <a:xfrm>
              <a:off x="10938999" y="-8467"/>
              <a:ext cx="1249825" cy="6866466"/>
            </a:xfrm>
            <a:custGeom>
              <a:avLst/>
              <a:gdLst/>
              <a:ahLst/>
              <a:cxnLst/>
              <a:rect l="l" t="t" r="r" b="b"/>
              <a:pathLst>
                <a:path w="1249825" h="6858000" fill="norm" stroke="1" extrusionOk="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bwMode="auto">
            <a:xfrm>
              <a:off x="10371666" y="3589867"/>
              <a:ext cx="1817158"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bwMode="auto">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1333234155" name="Title Placeholder 1"/>
          <p:cNvSpPr>
            <a:spLocks noGrp="1"/>
          </p:cNvSpPr>
          <p:nvPr>
            <p:ph type="title"/>
          </p:nvPr>
        </p:nvSpPr>
        <p:spPr bwMode="auto">
          <a:xfrm>
            <a:off x="677334" y="609600"/>
            <a:ext cx="8596668" cy="1320800"/>
          </a:xfrm>
          <a:prstGeom prst="rect">
            <a:avLst/>
          </a:prstGeom>
        </p:spPr>
        <p:txBody>
          <a:bodyPr vert="horz" lIns="91440" tIns="45720" rIns="91440" bIns="45720" rtlCol="0" anchor="t">
            <a:normAutofit/>
          </a:bodyPr>
          <a:lstStyle/>
          <a:p>
            <a:pPr>
              <a:defRPr/>
            </a:pPr>
            <a:r>
              <a:rPr lang="en-US"/>
              <a:t>Click to edit Master title style</a:t>
            </a:r>
            <a:endParaRPr lang="en-US"/>
          </a:p>
        </p:txBody>
      </p:sp>
      <p:sp>
        <p:nvSpPr>
          <p:cNvPr id="1166812635" name="Text Placeholder 2"/>
          <p:cNvSpPr>
            <a:spLocks noGrp="1"/>
          </p:cNvSpPr>
          <p:nvPr>
            <p:ph type="body" idx="1"/>
          </p:nvPr>
        </p:nvSpPr>
        <p:spPr bwMode="auto">
          <a:xfrm>
            <a:off x="677334" y="2160589"/>
            <a:ext cx="8596668" cy="388077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762764181" name="Date Placeholder 3"/>
          <p:cNvSpPr>
            <a:spLocks noGrp="1"/>
          </p:cNvSpPr>
          <p:nvPr>
            <p:ph type="dt" sz="half" idx="2"/>
          </p:nvPr>
        </p:nvSpPr>
        <p:spPr bwMode="auto">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B61BEF0D-F0BB-DE4B-95CE-6DB70DBA9567}" type="datetimeFigureOut">
              <a:rPr lang="en-US"/>
              <a:t>9/6/2026</a:t>
            </a:fld>
            <a:endParaRPr lang="en-US"/>
          </a:p>
        </p:txBody>
      </p:sp>
      <p:sp>
        <p:nvSpPr>
          <p:cNvPr id="1823588013" name="Footer Placeholder 4"/>
          <p:cNvSpPr>
            <a:spLocks noGrp="1"/>
          </p:cNvSpPr>
          <p:nvPr>
            <p:ph type="ftr" sz="quarter" idx="3"/>
          </p:nvPr>
        </p:nvSpPr>
        <p:spPr bwMode="auto">
          <a:xfrm>
            <a:off x="677334" y="6041362"/>
            <a:ext cx="6297611"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1835334966" name="Slide Number Placeholder 5"/>
          <p:cNvSpPr>
            <a:spLocks noGrp="1"/>
          </p:cNvSpPr>
          <p:nvPr>
            <p:ph type="sldNum" sz="quarter" idx="4"/>
          </p:nvPr>
        </p:nvSpPr>
        <p:spPr bwMode="auto">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a:defRPr/>
            </a:pPr>
            <a:fld id="{D57F1E4F-1CFF-5643-939E-217C01CDF565}" type="slidenum">
              <a:rPr lang="en-US"/>
              <a:t>‹#›</a:t>
            </a:fld>
            <a:endParaRPr lang="en-US"/>
          </a:p>
        </p:txBody>
      </p:sp>
      <p:sp>
        <p:nvSpPr>
          <p:cNvPr id="1249858628" name="Date Placeholder 3"/>
          <p:cNvSpPr txBox="1"/>
          <p:nvPr userDrawn="1"/>
        </p:nvSpPr>
        <p:spPr bwMode="auto">
          <a:xfrm>
            <a:off x="660396" y="6378906"/>
            <a:ext cx="2743200" cy="365125"/>
          </a:xfrm>
          <a:prstGeom prst="rect">
            <a:avLst/>
          </a:prstGeom>
        </p:spPr>
        <p:txBody>
          <a:bodyPr anchor="ctr"/>
          <a:ls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fld id="{57BD5F78-1C10-49D6-8616-C9F20406C112}" type="datetime1">
              <a:rPr lang="en-US" sz="1100">
                <a:solidFill>
                  <a:schemeClr val="accent2"/>
                </a:solidFill>
              </a:rPr>
              <a:t>9/6/2026</a:t>
            </a:fld>
            <a:endParaRPr lang="en-US" sz="1100">
              <a:solidFill>
                <a:schemeClr val="accent2"/>
              </a:solidFill>
            </a:endParaRPr>
          </a:p>
        </p:txBody>
      </p:sp>
      <p:sp>
        <p:nvSpPr>
          <p:cNvPr id="658830911" name="Footer Placeholder 4"/>
          <p:cNvSpPr txBox="1"/>
          <p:nvPr userDrawn="1"/>
        </p:nvSpPr>
        <p:spPr bwMode="auto">
          <a:xfrm>
            <a:off x="1445526" y="6378906"/>
            <a:ext cx="4114800" cy="365125"/>
          </a:xfrm>
          <a:prstGeom prst="rect">
            <a:avLst/>
          </a:prstGeom>
        </p:spPr>
        <p:txBody>
          <a:bodyPr anchor="ctr"/>
          <a:ls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lgn="l">
              <a:defRPr/>
            </a:pPr>
            <a:r>
              <a:rPr lang="en-US" sz="1100" b="1">
                <a:solidFill>
                  <a:schemeClr val="accent2"/>
                </a:solidFill>
              </a:rPr>
              <a:t>Annual Review</a:t>
            </a:r>
            <a:endParaRPr/>
          </a:p>
        </p:txBody>
      </p:sp>
      <p:sp>
        <p:nvSpPr>
          <p:cNvPr id="703965570" name="Slide Number Placeholder 5"/>
          <p:cNvSpPr txBox="1"/>
          <p:nvPr userDrawn="1"/>
        </p:nvSpPr>
        <p:spPr bwMode="auto">
          <a:xfrm>
            <a:off x="8805338" y="6378906"/>
            <a:ext cx="2743200" cy="365125"/>
          </a:xfrm>
          <a:prstGeom prst="rect">
            <a:avLst/>
          </a:prstGeom>
        </p:spPr>
        <p:txBody>
          <a:bodyPr anchor="ctr"/>
          <a:ls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lgn="r">
              <a:defRPr/>
            </a:pPr>
            <a:fld id="{2C18C1E5-FB55-42F5-BD6D-9CC153FCDBE6}" type="slidenum">
              <a:rPr lang="en-US" sz="1100">
                <a:solidFill>
                  <a:schemeClr val="accent4"/>
                </a:solidFill>
              </a:rPr>
              <a:t>‹#›</a:t>
            </a:fld>
            <a:endParaRPr lang="en-US" sz="1100">
              <a:solidFill>
                <a:schemeClr val="accent4"/>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dt="0" ftr="0" hdr="0" sldNum="1"/>
  <p:txStyles>
    <p:titleStyle>
      <a:lvl1pPr algn="l" defTabSz="457200" rtl="0">
        <a:spcBef>
          <a:spcPts val="0"/>
        </a:spcBef>
        <a:buNone/>
        <a:defRPr sz="3600">
          <a:solidFill>
            <a:schemeClr val="accent1"/>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p:titleStyle>
    <p:bodyStyle>
      <a:lvl1pPr marL="342900" indent="-342900" algn="l" defTabSz="457200" rtl="0">
        <a:spcBef>
          <a:spcPts val="1000"/>
        </a:spcBef>
        <a:spcAft>
          <a:spcPts val="0"/>
        </a:spcAft>
        <a:buClr>
          <a:schemeClr val="accent1"/>
        </a:buClr>
        <a:buSzPct val="80000"/>
        <a:buFont typeface="Wingdings 3"/>
        <a:buChar char=""/>
        <a:defRPr sz="1800">
          <a:solidFill>
            <a:schemeClr val="tx1">
              <a:lumMod val="75000"/>
              <a:lumOff val="25000"/>
            </a:schemeClr>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p:bodyStyle>
    <p:other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jp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3.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5.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6.png"/><Relationship Id="rId5" Type="http://schemas.openxmlformats.org/officeDocument/2006/relationships/image" Target="../media/image7.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8.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6.png"/><Relationship Id="rId5" Type="http://schemas.openxmlformats.org/officeDocument/2006/relationships/image" Target="../media/image7.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9.png"/><Relationship Id="rId5" Type="http://schemas.openxmlformats.org/officeDocument/2006/relationships/image" Target="../media/image10.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11.png"/><Relationship Id="rId5" Type="http://schemas.openxmlformats.org/officeDocument/2006/relationships/image" Target="../media/image12.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hyperlink" Target="https://github.com/anusha2403/Seasonal-Agriculture-Performance-Analysis" TargetMode="Externa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13.png"/><Relationship Id="rId5" Type="http://schemas.openxmlformats.org/officeDocument/2006/relationships/image" Target="../media/image14.jp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4.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06752345" name="Text Placeholder 1"/>
          <p:cNvSpPr txBox="1"/>
          <p:nvPr/>
        </p:nvSpPr>
        <p:spPr bwMode="auto">
          <a:xfrm>
            <a:off x="6400800" y="2794001"/>
            <a:ext cx="3312160" cy="861497"/>
          </a:xfrm>
          <a:prstGeom prst="rect">
            <a:avLst/>
          </a:prstGeom>
        </p:spPr>
        <p:txBody>
          <a:bodyPr vert="horz" lIns="91440" tIns="45720" rIns="91440" bIns="45720" rtlCol="0">
            <a:normAutofit/>
          </a:bodyPr>
          <a:lstStyle>
            <a:lvl1pPr marL="0" indent="0" algn="l" defTabSz="457200" rtl="0">
              <a:spcBef>
                <a:spcPts val="1000"/>
              </a:spcBef>
              <a:spcAft>
                <a:spcPts val="0"/>
              </a:spcAft>
              <a:buClr>
                <a:schemeClr val="accent1"/>
              </a:buClr>
              <a:buSzPct val="80000"/>
              <a:buFont typeface="Wingdings 3"/>
              <a:buNone/>
              <a:defRPr sz="2000" b="1">
                <a:solidFill>
                  <a:schemeClr val="accent4"/>
                </a:solidFill>
                <a:latin typeface="+mj-lt"/>
                <a:ea typeface="+mn-ea"/>
                <a:cs typeface="+mn-cs"/>
              </a:defRPr>
            </a:lvl1pPr>
            <a:lvl2pPr marL="742950" indent="-285750" algn="l" defTabSz="457200" rtl="0">
              <a:spcBef>
                <a:spcPts val="1000"/>
              </a:spcBef>
              <a:spcAft>
                <a:spcPts val="0"/>
              </a:spcAft>
              <a:buClr>
                <a:schemeClr val="accent1"/>
              </a:buClr>
              <a:buSzPct val="80000"/>
              <a:buFont typeface="Wingdings 3"/>
              <a:buNone/>
              <a:defRPr sz="20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sz="2400"/>
          </a:p>
        </p:txBody>
      </p:sp>
      <p:pic>
        <p:nvPicPr>
          <p:cNvPr id="1994560013" name="Picture 5"/>
          <p:cNvPicPr>
            <a:picLocks noChangeAspect="1"/>
          </p:cNvPicPr>
          <p:nvPr/>
        </p:nvPicPr>
        <p:blipFill rotWithShape="1">
          <a:blip r:embed="rId3"/>
          <a:srcRect l="0" t="96181" r="0" b="0"/>
          <a:stretch/>
        </p:blipFill>
        <p:spPr bwMode="auto">
          <a:xfrm>
            <a:off x="675957" y="6471919"/>
            <a:ext cx="2143125" cy="193040"/>
          </a:xfrm>
          <a:prstGeom prst="rect">
            <a:avLst/>
          </a:prstGeom>
        </p:spPr>
      </p:pic>
      <p:sp>
        <p:nvSpPr>
          <p:cNvPr id="2144929928" name="TextBox 15"/>
          <p:cNvSpPr txBox="1"/>
          <p:nvPr/>
        </p:nvSpPr>
        <p:spPr bwMode="auto">
          <a:xfrm>
            <a:off x="658368" y="2697480"/>
            <a:ext cx="7498079" cy="1143000"/>
          </a:xfrm>
          <a:prstGeom prst="rect">
            <a:avLst/>
          </a:prstGeom>
          <a:noFill/>
        </p:spPr>
        <p:txBody>
          <a:bodyPr wrap="none">
            <a:spAutoFit/>
          </a:bodyPr>
          <a:lstStyle/>
          <a:p>
            <a:pPr>
              <a:defRPr sz="3400" b="1">
                <a:solidFill>
                  <a:srgbClr val="000000"/>
                </a:solidFill>
                <a:latin typeface="Arial"/>
              </a:defRPr>
            </a:pPr>
            <a:r>
              <a:rPr/>
              <a:t>Seasonal Agriculture</a:t>
            </a:r>
            <a:br>
              <a:rPr/>
            </a:br>
            <a:r>
              <a:rPr/>
              <a:t>Performance Analysis</a:t>
            </a:r>
            <a:endParaRPr/>
          </a:p>
        </p:txBody>
      </p:sp>
      <p:sp>
        <p:nvSpPr>
          <p:cNvPr id="1833497625" name="TextBox 16"/>
          <p:cNvSpPr txBox="1"/>
          <p:nvPr/>
        </p:nvSpPr>
        <p:spPr bwMode="auto">
          <a:xfrm>
            <a:off x="868680" y="4023360"/>
            <a:ext cx="5121910" cy="914760"/>
          </a:xfrm>
          <a:prstGeom prst="rect">
            <a:avLst/>
          </a:prstGeom>
          <a:noFill/>
        </p:spPr>
        <p:txBody>
          <a:bodyPr wrap="none">
            <a:spAutoFit/>
          </a:bodyPr>
          <a:lstStyle/>
          <a:p>
            <a:pPr>
              <a:lnSpc>
                <a:spcPct val="150000"/>
              </a:lnSpc>
              <a:defRPr sz="2200">
                <a:solidFill>
                  <a:srgbClr val="1C3141"/>
                </a:solidFill>
                <a:latin typeface="Arial"/>
              </a:defRPr>
            </a:pPr>
            <a:r>
              <a:rPr sz="1600" b="1" i="0" u="none">
                <a:solidFill>
                  <a:srgbClr val="000000"/>
                </a:solidFill>
                <a:latin typeface="Times New Roman"/>
                <a:ea typeface="Times New Roman"/>
                <a:cs typeface="Times New Roman"/>
              </a:rPr>
              <a:t>AYYALASOMAYAJULA VENKATA SAI ANUSHA</a:t>
            </a:r>
            <a:endParaRPr/>
          </a:p>
          <a:p>
            <a:pPr>
              <a:defRPr sz="1900">
                <a:latin typeface="Arial"/>
              </a:defRPr>
            </a:pPr>
            <a:r>
              <a:rPr sz="1400" b="0" i="0" u="none">
                <a:solidFill>
                  <a:srgbClr val="000000"/>
                </a:solidFill>
                <a:latin typeface="Times New Roman"/>
                <a:ea typeface="Times New Roman"/>
                <a:cs typeface="Times New Roman"/>
              </a:rPr>
              <a:t>BHARAT INSTITUTE OF ENGINEERING AND  TECHNOLOG</a:t>
            </a:r>
            <a:r>
              <a:rPr lang="en-IN" sz="1400">
                <a:latin typeface="Times New Roman"/>
                <a:ea typeface="Times New Roman"/>
                <a:cs typeface="Times New Roman"/>
              </a:rPr>
              <a:t>Y</a:t>
            </a:r>
            <a:endParaRPr/>
          </a:p>
          <a:p>
            <a:pPr>
              <a:defRPr sz="1600" b="1">
                <a:solidFill>
                  <a:srgbClr val="1C3141"/>
                </a:solidFill>
                <a:latin typeface="Arial"/>
              </a:defRPr>
            </a:pPr>
            <a:endParaRPr/>
          </a:p>
        </p:txBody>
      </p:sp>
      <p:sp>
        <p:nvSpPr>
          <p:cNvPr id="1060338305" name=""/>
          <p:cNvSpPr/>
          <p:nvPr/>
        </p:nvSpPr>
        <p:spPr bwMode="auto">
          <a:xfrm flipH="0" flipV="0">
            <a:off x="868680" y="4678859"/>
            <a:ext cx="3058029" cy="33563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600" b="1" i="0" u="none">
                <a:solidFill>
                  <a:srgbClr val="000000"/>
                </a:solidFill>
                <a:latin typeface="Times New Roman"/>
                <a:ea typeface="Times New Roman"/>
                <a:cs typeface="Times New Roman"/>
              </a:rPr>
              <a:t>STU65102e816d8331695559297 </a:t>
            </a:r>
            <a:endParaRPr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873189698" name="Picture 4"/>
          <p:cNvPicPr>
            <a:picLocks noChangeAspect="1"/>
          </p:cNvPicPr>
          <p:nvPr/>
        </p:nvPicPr>
        <p:blipFill rotWithShape="1">
          <a:blip r:embed="rId3"/>
          <a:stretch/>
        </p:blipFill>
        <p:spPr bwMode="auto">
          <a:xfrm>
            <a:off x="7995683" y="2930834"/>
            <a:ext cx="2760758" cy="3264408"/>
          </a:xfrm>
          <a:prstGeom prst="rect">
            <a:avLst/>
          </a:prstGeom>
        </p:spPr>
      </p:pic>
      <p:pic>
        <p:nvPicPr>
          <p:cNvPr id="467484400" name="Picture 5"/>
          <p:cNvPicPr>
            <a:picLocks noChangeAspect="1"/>
          </p:cNvPicPr>
          <p:nvPr/>
        </p:nvPicPr>
        <p:blipFill rotWithShape="1">
          <a:blip r:embed="rId4"/>
          <a:srcRect l="0" t="96181" r="0" b="0"/>
          <a:stretch/>
        </p:blipFill>
        <p:spPr bwMode="auto">
          <a:xfrm>
            <a:off x="675957" y="6471919"/>
            <a:ext cx="2143125" cy="193040"/>
          </a:xfrm>
          <a:prstGeom prst="rect">
            <a:avLst/>
          </a:prstGeom>
        </p:spPr>
      </p:pic>
      <p:sp>
        <p:nvSpPr>
          <p:cNvPr id="363551516" name="TextBox 6"/>
          <p:cNvSpPr txBox="1"/>
          <p:nvPr/>
        </p:nvSpPr>
        <p:spPr bwMode="auto">
          <a:xfrm>
            <a:off x="658368" y="347472"/>
            <a:ext cx="8778240" cy="640080"/>
          </a:xfrm>
          <a:prstGeom prst="rect">
            <a:avLst/>
          </a:prstGeom>
          <a:noFill/>
        </p:spPr>
        <p:txBody>
          <a:bodyPr wrap="none">
            <a:spAutoFit/>
          </a:bodyPr>
          <a:lstStyle/>
          <a:p>
            <a:pPr>
              <a:defRPr sz="2800" b="1">
                <a:solidFill>
                  <a:srgbClr val="000000"/>
                </a:solidFill>
                <a:latin typeface="Arial"/>
              </a:defRPr>
            </a:pPr>
            <a:r>
              <a:rPr/>
              <a:t>PROBLEM STATEMENT</a:t>
            </a:r>
            <a:endParaRPr/>
          </a:p>
        </p:txBody>
      </p:sp>
      <p:sp>
        <p:nvSpPr>
          <p:cNvPr id="1232781832" name="TextBox 7"/>
          <p:cNvSpPr txBox="1"/>
          <p:nvPr/>
        </p:nvSpPr>
        <p:spPr bwMode="auto">
          <a:xfrm flipH="0" flipV="0">
            <a:off x="382624" y="2412999"/>
            <a:ext cx="7871378" cy="3779879"/>
          </a:xfrm>
          <a:prstGeom prst="rect">
            <a:avLst/>
          </a:prstGeom>
          <a:noFill/>
        </p:spPr>
        <p:txBody>
          <a:bodyPr wrap="square">
            <a:spAutoFit/>
          </a:bodyPr>
          <a:lstStyle/>
          <a:p>
            <a:pPr algn="l">
              <a:defRPr sz="2200">
                <a:solidFill>
                  <a:srgbClr val="1C3141"/>
                </a:solidFill>
                <a:latin typeface="Arial"/>
              </a:defRPr>
            </a:pPr>
            <a:r>
              <a:rPr sz="2200" b="0" i="0" u="none">
                <a:solidFill>
                  <a:srgbClr val="000000"/>
                </a:solidFill>
                <a:latin typeface="Times New Roman"/>
                <a:ea typeface="Times New Roman"/>
                <a:cs typeface="Times New Roman"/>
              </a:rPr>
              <a:t>Agricultural activities are influenced by seasonal variations in environmental conditions, farming practices, resource availability and market conditions. </a:t>
            </a:r>
            <a:endParaRPr sz="2200" b="0" i="0" u="none">
              <a:solidFill>
                <a:srgbClr val="000000"/>
              </a:solidFill>
              <a:latin typeface="Times New Roman"/>
              <a:ea typeface="Times New Roman"/>
              <a:cs typeface="Times New Roman"/>
            </a:endParaRPr>
          </a:p>
          <a:p>
            <a:pPr algn="l">
              <a:defRPr sz="2200">
                <a:solidFill>
                  <a:srgbClr val="1C3141"/>
                </a:solidFill>
                <a:latin typeface="Arial"/>
              </a:defRPr>
            </a:pPr>
            <a:r>
              <a:rPr sz="2200" b="0" i="0" u="none">
                <a:solidFill>
                  <a:srgbClr val="000000"/>
                </a:solidFill>
                <a:latin typeface="Times New Roman"/>
                <a:ea typeface="Times New Roman"/>
                <a:cs typeface="Times New Roman"/>
              </a:rPr>
              <a:t>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sz="1800" b="0" i="0" u="none">
              <a:solidFill>
                <a:srgbClr val="000000"/>
              </a:solidFill>
              <a:latin typeface="Times New Roman"/>
              <a:ea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bg1">
            <a:lumMod val="95000"/>
          </a:schemeClr>
        </a:solidFill>
      </p:bgPr>
    </p:bg>
    <p:spTree>
      <p:nvGrpSpPr>
        <p:cNvPr id="1" name=""/>
        <p:cNvGrpSpPr/>
        <p:nvPr/>
      </p:nvGrpSpPr>
      <p:grpSpPr bwMode="auto">
        <a:xfrm>
          <a:off x="0" y="0"/>
          <a:ext cx="0" cy="0"/>
          <a:chOff x="0" y="0"/>
          <a:chExt cx="0" cy="0"/>
        </a:xfrm>
      </p:grpSpPr>
      <p:pic>
        <p:nvPicPr>
          <p:cNvPr id="1058569539" name="Picture 4"/>
          <p:cNvPicPr>
            <a:picLocks noChangeAspect="1"/>
          </p:cNvPicPr>
          <p:nvPr/>
        </p:nvPicPr>
        <p:blipFill rotWithShape="1">
          <a:blip r:embed="rId3"/>
          <a:srcRect l="0" t="96181" r="0" b="0"/>
          <a:stretch/>
        </p:blipFill>
        <p:spPr bwMode="auto">
          <a:xfrm>
            <a:off x="675957" y="6471919"/>
            <a:ext cx="2143125" cy="193040"/>
          </a:xfrm>
          <a:prstGeom prst="rect">
            <a:avLst/>
          </a:prstGeom>
        </p:spPr>
      </p:pic>
      <p:pic>
        <p:nvPicPr>
          <p:cNvPr id="594409790" name="Picture 5"/>
          <p:cNvPicPr>
            <a:picLocks noChangeAspect="1"/>
          </p:cNvPicPr>
          <p:nvPr/>
        </p:nvPicPr>
        <p:blipFill rotWithShape="1">
          <a:blip r:embed="rId4"/>
          <a:stretch/>
        </p:blipFill>
        <p:spPr bwMode="auto">
          <a:xfrm>
            <a:off x="467359" y="6410461"/>
            <a:ext cx="3706253" cy="296092"/>
          </a:xfrm>
          <a:prstGeom prst="rect">
            <a:avLst/>
          </a:prstGeom>
        </p:spPr>
      </p:pic>
      <p:sp>
        <p:nvSpPr>
          <p:cNvPr id="1629063582" name="TextBox 6"/>
          <p:cNvSpPr txBox="1"/>
          <p:nvPr/>
        </p:nvSpPr>
        <p:spPr bwMode="auto">
          <a:xfrm>
            <a:off x="658368" y="347472"/>
            <a:ext cx="8778240" cy="640080"/>
          </a:xfrm>
          <a:prstGeom prst="rect">
            <a:avLst/>
          </a:prstGeom>
          <a:noFill/>
        </p:spPr>
        <p:txBody>
          <a:bodyPr wrap="none">
            <a:spAutoFit/>
          </a:bodyPr>
          <a:lstStyle/>
          <a:p>
            <a:pPr>
              <a:defRPr sz="2800" b="1">
                <a:solidFill>
                  <a:srgbClr val="000000"/>
                </a:solidFill>
                <a:latin typeface="Arial"/>
              </a:defRPr>
            </a:pPr>
            <a:r>
              <a:rPr/>
              <a:t>PROJECT DESCRIPTION</a:t>
            </a:r>
            <a:endParaRPr/>
          </a:p>
        </p:txBody>
      </p:sp>
      <p:sp>
        <p:nvSpPr>
          <p:cNvPr id="735322282" name="TextBox 7"/>
          <p:cNvSpPr txBox="1"/>
          <p:nvPr/>
        </p:nvSpPr>
        <p:spPr bwMode="auto">
          <a:xfrm>
            <a:off x="822960" y="1188720"/>
            <a:ext cx="3017519" cy="411480"/>
          </a:xfrm>
          <a:prstGeom prst="rect">
            <a:avLst/>
          </a:prstGeom>
          <a:noFill/>
        </p:spPr>
        <p:txBody>
          <a:bodyPr wrap="none">
            <a:spAutoFit/>
          </a:bodyPr>
          <a:lstStyle/>
          <a:p>
            <a:pPr>
              <a:defRPr sz="1300" b="1">
                <a:solidFill>
                  <a:srgbClr val="32995C"/>
                </a:solidFill>
                <a:latin typeface="Arial"/>
              </a:defRPr>
            </a:pPr>
            <a:r>
              <a:rPr/>
              <a:t>APPROACH</a:t>
            </a:r>
            <a:endParaRPr/>
          </a:p>
        </p:txBody>
      </p:sp>
      <p:sp>
        <p:nvSpPr>
          <p:cNvPr id="120474751" name="TextBox 8"/>
          <p:cNvSpPr txBox="1"/>
          <p:nvPr/>
        </p:nvSpPr>
        <p:spPr bwMode="auto">
          <a:xfrm>
            <a:off x="868680" y="1691640"/>
            <a:ext cx="8961120" cy="4389120"/>
          </a:xfrm>
          <a:prstGeom prst="rect">
            <a:avLst/>
          </a:prstGeom>
          <a:noFill/>
        </p:spPr>
        <p:txBody>
          <a:bodyPr wrap="square">
            <a:spAutoFit/>
          </a:bodyPr>
          <a:lstStyle/>
          <a:p>
            <a:pPr>
              <a:spcAft>
                <a:spcPts val="900"/>
              </a:spcAft>
              <a:defRPr sz="1800">
                <a:solidFill>
                  <a:srgbClr val="1C3141"/>
                </a:solidFill>
                <a:latin typeface="Arial"/>
              </a:defRPr>
            </a:pPr>
            <a:r>
              <a:rPr/>
              <a:t>• Analyze 4,000 farm records across Kharif, Rabi and Zaid seasons.</a:t>
            </a:r>
            <a:endParaRPr/>
          </a:p>
          <a:p>
            <a:pPr>
              <a:spcAft>
                <a:spcPts val="900"/>
              </a:spcAft>
              <a:defRPr sz="1800">
                <a:solidFill>
                  <a:srgbClr val="1C3141"/>
                </a:solidFill>
                <a:latin typeface="Arial"/>
              </a:defRPr>
            </a:pPr>
            <a:r>
              <a:rPr/>
              <a:t>• Clean missing rainfall and soil-moisture values and reconstruct missing yield using production and farm area.</a:t>
            </a:r>
            <a:endParaRPr/>
          </a:p>
          <a:p>
            <a:pPr>
              <a:spcAft>
                <a:spcPts val="900"/>
              </a:spcAft>
              <a:defRPr sz="1800">
                <a:solidFill>
                  <a:srgbClr val="1C3141"/>
                </a:solidFill>
                <a:latin typeface="Arial"/>
              </a:defRPr>
            </a:pPr>
            <a:r>
              <a:rPr/>
              <a:t>• Compare seasons, crops, states/districts, irrigation methods, resource use and disease/pest risk.</a:t>
            </a:r>
            <a:endParaRPr/>
          </a:p>
          <a:p>
            <a:pPr>
              <a:spcAft>
                <a:spcPts val="900"/>
              </a:spcAft>
              <a:defRPr sz="1800">
                <a:solidFill>
                  <a:srgbClr val="1C3141"/>
                </a:solidFill>
                <a:latin typeface="Arial"/>
              </a:defRPr>
            </a:pPr>
            <a:r>
              <a:rPr/>
              <a:t>• Use correlations, visualizations and statistical tests to identify important patterns.</a:t>
            </a:r>
            <a:endParaRPr/>
          </a:p>
          <a:p>
            <a:pPr>
              <a:spcAft>
                <a:spcPts val="900"/>
              </a:spcAft>
              <a:defRPr sz="1800">
                <a:solidFill>
                  <a:srgbClr val="1C3141"/>
                </a:solidFill>
                <a:latin typeface="Arial"/>
              </a:defRPr>
            </a:pPr>
            <a:r>
              <a:rPr/>
              <a:t>• Summarize findings and recommendations for evidence-based seasonal planning.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70831255" name="Text Placeholder 1"/>
          <p:cNvSpPr>
            <a:spLocks noGrp="1"/>
          </p:cNvSpPr>
          <p:nvPr>
            <p:ph type="body" sz="quarter" idx="12"/>
          </p:nvPr>
        </p:nvSpPr>
        <p:spPr bwMode="auto">
          <a:xfrm>
            <a:off x="721359" y="1991360"/>
            <a:ext cx="7904481" cy="3990023"/>
          </a:xfrm>
        </p:spPr>
        <p:txBody>
          <a:bodyPr>
            <a:normAutofit/>
          </a:bodyPr>
          <a:lstStyle/>
          <a:p>
            <a:pPr algn="just">
              <a:lnSpc>
                <a:spcPct val="150000"/>
              </a:lnSpc>
              <a:defRPr/>
            </a:pPr>
            <a:endParaRPr lang="en-IN" sz="3600"/>
          </a:p>
        </p:txBody>
      </p:sp>
      <p:pic>
        <p:nvPicPr>
          <p:cNvPr id="1349234652" name="Picture 5"/>
          <p:cNvPicPr>
            <a:picLocks noChangeAspect="1"/>
          </p:cNvPicPr>
          <p:nvPr/>
        </p:nvPicPr>
        <p:blipFill rotWithShape="1">
          <a:blip r:embed="rId3"/>
          <a:stretch/>
        </p:blipFill>
        <p:spPr bwMode="auto">
          <a:xfrm>
            <a:off x="721359" y="6176804"/>
            <a:ext cx="2181225" cy="485775"/>
          </a:xfrm>
          <a:prstGeom prst="rect">
            <a:avLst/>
          </a:prstGeom>
        </p:spPr>
      </p:pic>
      <p:sp>
        <p:nvSpPr>
          <p:cNvPr id="147967597" name="TextBox 6"/>
          <p:cNvSpPr txBox="1"/>
          <p:nvPr/>
        </p:nvSpPr>
        <p:spPr bwMode="auto">
          <a:xfrm>
            <a:off x="658368" y="347472"/>
            <a:ext cx="8778240" cy="640080"/>
          </a:xfrm>
          <a:prstGeom prst="rect">
            <a:avLst/>
          </a:prstGeom>
          <a:noFill/>
        </p:spPr>
        <p:txBody>
          <a:bodyPr wrap="none">
            <a:spAutoFit/>
          </a:bodyPr>
          <a:lstStyle/>
          <a:p>
            <a:pPr>
              <a:defRPr sz="2800" b="1">
                <a:solidFill>
                  <a:srgbClr val="000000"/>
                </a:solidFill>
                <a:latin typeface="Arial"/>
              </a:defRPr>
            </a:pPr>
            <a:r>
              <a:rPr/>
              <a:t>WHO ARE THE END USERS?</a:t>
            </a:r>
            <a:endParaRPr/>
          </a:p>
        </p:txBody>
      </p:sp>
      <p:sp>
        <p:nvSpPr>
          <p:cNvPr id="1169545596" name="Rounded Rectangle 7"/>
          <p:cNvSpPr/>
          <p:nvPr/>
        </p:nvSpPr>
        <p:spPr bwMode="auto">
          <a:xfrm>
            <a:off x="868680" y="1417320"/>
            <a:ext cx="2514600" cy="1508759"/>
          </a:xfrm>
          <a:prstGeom prst="roundRect">
            <a:avLst>
              <a:gd name="adj" fmla="val 16667"/>
            </a:avLst>
          </a:prstGeom>
          <a:solidFill>
            <a:srgbClr val="FFFFFF"/>
          </a:solidFill>
          <a:ln>
            <a:solidFill>
              <a:srgbClr val="D2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0041390" name="Rectangle 8"/>
          <p:cNvSpPr/>
          <p:nvPr/>
        </p:nvSpPr>
        <p:spPr bwMode="auto">
          <a:xfrm>
            <a:off x="868680" y="1417320"/>
            <a:ext cx="73152" cy="1508759"/>
          </a:xfrm>
          <a:prstGeom prst="rect">
            <a:avLst/>
          </a:prstGeom>
          <a:solidFill>
            <a:srgbClr val="329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05346589" name="TextBox 9"/>
          <p:cNvSpPr txBox="1"/>
          <p:nvPr/>
        </p:nvSpPr>
        <p:spPr bwMode="auto">
          <a:xfrm>
            <a:off x="1033271" y="1527048"/>
            <a:ext cx="2240280" cy="274320"/>
          </a:xfrm>
          <a:prstGeom prst="rect">
            <a:avLst/>
          </a:prstGeom>
          <a:noFill/>
        </p:spPr>
        <p:txBody>
          <a:bodyPr wrap="none">
            <a:spAutoFit/>
          </a:bodyPr>
          <a:lstStyle/>
          <a:p>
            <a:pPr>
              <a:defRPr sz="1100" b="1">
                <a:solidFill>
                  <a:srgbClr val="556068"/>
                </a:solidFill>
              </a:defRPr>
            </a:pPr>
            <a:r>
              <a:rPr/>
              <a:t>Farmers</a:t>
            </a:r>
            <a:endParaRPr/>
          </a:p>
        </p:txBody>
      </p:sp>
      <p:sp>
        <p:nvSpPr>
          <p:cNvPr id="1033457387" name="TextBox 10"/>
          <p:cNvSpPr txBox="1"/>
          <p:nvPr/>
        </p:nvSpPr>
        <p:spPr bwMode="auto">
          <a:xfrm>
            <a:off x="1033271" y="1837944"/>
            <a:ext cx="2240280" cy="502920"/>
          </a:xfrm>
          <a:prstGeom prst="rect">
            <a:avLst/>
          </a:prstGeom>
          <a:noFill/>
        </p:spPr>
        <p:txBody>
          <a:bodyPr wrap="none">
            <a:spAutoFit/>
          </a:bodyPr>
          <a:lstStyle/>
          <a:p>
            <a:pPr>
              <a:defRPr sz="2000" b="1">
                <a:solidFill>
                  <a:srgbClr val="1C3141"/>
                </a:solidFill>
              </a:defRPr>
            </a:pPr>
            <a:r>
              <a:rPr/>
              <a:t>Season planning</a:t>
            </a:r>
            <a:endParaRPr/>
          </a:p>
        </p:txBody>
      </p:sp>
      <p:sp>
        <p:nvSpPr>
          <p:cNvPr id="986440930" name="TextBox 11"/>
          <p:cNvSpPr txBox="1"/>
          <p:nvPr/>
        </p:nvSpPr>
        <p:spPr bwMode="auto">
          <a:xfrm>
            <a:off x="1033271" y="2350008"/>
            <a:ext cx="2240280" cy="347472"/>
          </a:xfrm>
          <a:prstGeom prst="rect">
            <a:avLst/>
          </a:prstGeom>
          <a:noFill/>
        </p:spPr>
        <p:txBody>
          <a:bodyPr wrap="none">
            <a:spAutoFit/>
          </a:bodyPr>
          <a:lstStyle/>
          <a:p>
            <a:pPr>
              <a:defRPr sz="1000">
                <a:solidFill>
                  <a:srgbClr val="556068"/>
                </a:solidFill>
              </a:defRPr>
            </a:pPr>
            <a:r>
              <a:rPr/>
              <a:t>Use performance and resource insights</a:t>
            </a:r>
            <a:endParaRPr/>
          </a:p>
        </p:txBody>
      </p:sp>
      <p:sp>
        <p:nvSpPr>
          <p:cNvPr id="1798574689" name="Rounded Rectangle 12"/>
          <p:cNvSpPr/>
          <p:nvPr/>
        </p:nvSpPr>
        <p:spPr bwMode="auto">
          <a:xfrm>
            <a:off x="3611880" y="1417320"/>
            <a:ext cx="2514600" cy="1508759"/>
          </a:xfrm>
          <a:prstGeom prst="roundRect">
            <a:avLst>
              <a:gd name="adj" fmla="val 16667"/>
            </a:avLst>
          </a:prstGeom>
          <a:solidFill>
            <a:srgbClr val="FFFFFF"/>
          </a:solidFill>
          <a:ln>
            <a:solidFill>
              <a:srgbClr val="D2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47565873" name="Rectangle 13"/>
          <p:cNvSpPr/>
          <p:nvPr/>
        </p:nvSpPr>
        <p:spPr bwMode="auto">
          <a:xfrm>
            <a:off x="3611880" y="1417320"/>
            <a:ext cx="73152" cy="1508759"/>
          </a:xfrm>
          <a:prstGeom prst="rect">
            <a:avLst/>
          </a:prstGeom>
          <a:solidFill>
            <a:srgbClr val="1F60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79118310" name="TextBox 14"/>
          <p:cNvSpPr txBox="1"/>
          <p:nvPr/>
        </p:nvSpPr>
        <p:spPr bwMode="auto">
          <a:xfrm>
            <a:off x="3776472" y="1527048"/>
            <a:ext cx="2240280" cy="274320"/>
          </a:xfrm>
          <a:prstGeom prst="rect">
            <a:avLst/>
          </a:prstGeom>
          <a:noFill/>
        </p:spPr>
        <p:txBody>
          <a:bodyPr wrap="none">
            <a:spAutoFit/>
          </a:bodyPr>
          <a:lstStyle/>
          <a:p>
            <a:pPr>
              <a:defRPr sz="1100" b="1">
                <a:solidFill>
                  <a:srgbClr val="556068"/>
                </a:solidFill>
              </a:defRPr>
            </a:pPr>
            <a:r>
              <a:rPr/>
              <a:t>Agri planners</a:t>
            </a:r>
            <a:endParaRPr/>
          </a:p>
        </p:txBody>
      </p:sp>
      <p:sp>
        <p:nvSpPr>
          <p:cNvPr id="1490437362" name="TextBox 15"/>
          <p:cNvSpPr txBox="1"/>
          <p:nvPr/>
        </p:nvSpPr>
        <p:spPr bwMode="auto">
          <a:xfrm>
            <a:off x="3776472" y="1837944"/>
            <a:ext cx="2240280" cy="502920"/>
          </a:xfrm>
          <a:prstGeom prst="rect">
            <a:avLst/>
          </a:prstGeom>
          <a:noFill/>
        </p:spPr>
        <p:txBody>
          <a:bodyPr wrap="none">
            <a:spAutoFit/>
          </a:bodyPr>
          <a:lstStyle/>
          <a:p>
            <a:pPr>
              <a:defRPr sz="2000" b="1">
                <a:solidFill>
                  <a:srgbClr val="1C3141"/>
                </a:solidFill>
              </a:defRPr>
            </a:pPr>
            <a:r>
              <a:rPr/>
              <a:t>Resource allocation</a:t>
            </a:r>
            <a:endParaRPr/>
          </a:p>
        </p:txBody>
      </p:sp>
      <p:sp>
        <p:nvSpPr>
          <p:cNvPr id="1230377746" name="TextBox 16"/>
          <p:cNvSpPr txBox="1"/>
          <p:nvPr/>
        </p:nvSpPr>
        <p:spPr bwMode="auto">
          <a:xfrm>
            <a:off x="3776472" y="2350008"/>
            <a:ext cx="2240280" cy="347472"/>
          </a:xfrm>
          <a:prstGeom prst="rect">
            <a:avLst/>
          </a:prstGeom>
          <a:noFill/>
        </p:spPr>
        <p:txBody>
          <a:bodyPr wrap="none">
            <a:spAutoFit/>
          </a:bodyPr>
          <a:lstStyle/>
          <a:p>
            <a:pPr>
              <a:defRPr sz="1000">
                <a:solidFill>
                  <a:srgbClr val="556068"/>
                </a:solidFill>
              </a:defRPr>
            </a:pPr>
            <a:r>
              <a:rPr/>
              <a:t>Compare seasons and irrigation methods</a:t>
            </a:r>
            <a:endParaRPr/>
          </a:p>
        </p:txBody>
      </p:sp>
      <p:sp>
        <p:nvSpPr>
          <p:cNvPr id="869559034" name="Rounded Rectangle 17"/>
          <p:cNvSpPr/>
          <p:nvPr/>
        </p:nvSpPr>
        <p:spPr bwMode="auto">
          <a:xfrm>
            <a:off x="6355080" y="1417320"/>
            <a:ext cx="2514600" cy="1508759"/>
          </a:xfrm>
          <a:prstGeom prst="roundRect">
            <a:avLst>
              <a:gd name="adj" fmla="val 16667"/>
            </a:avLst>
          </a:prstGeom>
          <a:solidFill>
            <a:srgbClr val="FFFFFF"/>
          </a:solidFill>
          <a:ln>
            <a:solidFill>
              <a:srgbClr val="D2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84634054" name="Rectangle 18"/>
          <p:cNvSpPr/>
          <p:nvPr/>
        </p:nvSpPr>
        <p:spPr bwMode="auto">
          <a:xfrm>
            <a:off x="6355080" y="1417320"/>
            <a:ext cx="73152" cy="1508759"/>
          </a:xfrm>
          <a:prstGeom prst="rect">
            <a:avLst/>
          </a:prstGeom>
          <a:solidFill>
            <a:srgbClr val="329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70816946" name="TextBox 19"/>
          <p:cNvSpPr txBox="1"/>
          <p:nvPr/>
        </p:nvSpPr>
        <p:spPr bwMode="auto">
          <a:xfrm>
            <a:off x="6519672" y="1527048"/>
            <a:ext cx="2240280" cy="274320"/>
          </a:xfrm>
          <a:prstGeom prst="rect">
            <a:avLst/>
          </a:prstGeom>
          <a:noFill/>
        </p:spPr>
        <p:txBody>
          <a:bodyPr wrap="none">
            <a:spAutoFit/>
          </a:bodyPr>
          <a:lstStyle/>
          <a:p>
            <a:pPr>
              <a:defRPr sz="1100" b="1">
                <a:solidFill>
                  <a:srgbClr val="556068"/>
                </a:solidFill>
              </a:defRPr>
            </a:pPr>
            <a:r>
              <a:rPr/>
              <a:t>Researchers</a:t>
            </a:r>
            <a:endParaRPr/>
          </a:p>
        </p:txBody>
      </p:sp>
      <p:sp>
        <p:nvSpPr>
          <p:cNvPr id="1736635084" name="TextBox 20"/>
          <p:cNvSpPr txBox="1"/>
          <p:nvPr/>
        </p:nvSpPr>
        <p:spPr bwMode="auto">
          <a:xfrm>
            <a:off x="6519672" y="1837944"/>
            <a:ext cx="2240280" cy="502920"/>
          </a:xfrm>
          <a:prstGeom prst="rect">
            <a:avLst/>
          </a:prstGeom>
          <a:noFill/>
        </p:spPr>
        <p:txBody>
          <a:bodyPr wrap="none">
            <a:spAutoFit/>
          </a:bodyPr>
          <a:lstStyle/>
          <a:p>
            <a:pPr>
              <a:defRPr sz="2000" b="1">
                <a:solidFill>
                  <a:srgbClr val="1C3141"/>
                </a:solidFill>
              </a:defRPr>
            </a:pPr>
            <a:r>
              <a:rPr/>
              <a:t>Pattern discovery</a:t>
            </a:r>
            <a:endParaRPr/>
          </a:p>
        </p:txBody>
      </p:sp>
      <p:sp>
        <p:nvSpPr>
          <p:cNvPr id="790064182" name="TextBox 21"/>
          <p:cNvSpPr txBox="1"/>
          <p:nvPr/>
        </p:nvSpPr>
        <p:spPr bwMode="auto">
          <a:xfrm>
            <a:off x="6519672" y="2350008"/>
            <a:ext cx="2240280" cy="347472"/>
          </a:xfrm>
          <a:prstGeom prst="rect">
            <a:avLst/>
          </a:prstGeom>
          <a:noFill/>
        </p:spPr>
        <p:txBody>
          <a:bodyPr wrap="none">
            <a:spAutoFit/>
          </a:bodyPr>
          <a:lstStyle/>
          <a:p>
            <a:pPr>
              <a:defRPr sz="1000">
                <a:solidFill>
                  <a:srgbClr val="556068"/>
                </a:solidFill>
              </a:defRPr>
            </a:pPr>
            <a:r>
              <a:rPr/>
              <a:t>Study seasonal and regional variation</a:t>
            </a:r>
            <a:endParaRPr/>
          </a:p>
        </p:txBody>
      </p:sp>
      <p:sp>
        <p:nvSpPr>
          <p:cNvPr id="1404212200" name="Rounded Rectangle 22"/>
          <p:cNvSpPr/>
          <p:nvPr/>
        </p:nvSpPr>
        <p:spPr bwMode="auto">
          <a:xfrm>
            <a:off x="2240280" y="3429000"/>
            <a:ext cx="2514600" cy="1508759"/>
          </a:xfrm>
          <a:prstGeom prst="roundRect">
            <a:avLst>
              <a:gd name="adj" fmla="val 16667"/>
            </a:avLst>
          </a:prstGeom>
          <a:solidFill>
            <a:srgbClr val="FFFFFF"/>
          </a:solidFill>
          <a:ln>
            <a:solidFill>
              <a:srgbClr val="D2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45655681" name="Rectangle 23"/>
          <p:cNvSpPr/>
          <p:nvPr/>
        </p:nvSpPr>
        <p:spPr bwMode="auto">
          <a:xfrm>
            <a:off x="2240280" y="3429000"/>
            <a:ext cx="73152" cy="1508759"/>
          </a:xfrm>
          <a:prstGeom prst="rect">
            <a:avLst/>
          </a:prstGeom>
          <a:solidFill>
            <a:srgbClr val="1F60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71993100" name="TextBox 24"/>
          <p:cNvSpPr txBox="1"/>
          <p:nvPr/>
        </p:nvSpPr>
        <p:spPr bwMode="auto">
          <a:xfrm>
            <a:off x="2404872" y="3538728"/>
            <a:ext cx="2240280" cy="274320"/>
          </a:xfrm>
          <a:prstGeom prst="rect">
            <a:avLst/>
          </a:prstGeom>
          <a:noFill/>
        </p:spPr>
        <p:txBody>
          <a:bodyPr wrap="none">
            <a:spAutoFit/>
          </a:bodyPr>
          <a:lstStyle/>
          <a:p>
            <a:pPr>
              <a:defRPr sz="1100" b="1">
                <a:solidFill>
                  <a:srgbClr val="556068"/>
                </a:solidFill>
              </a:defRPr>
            </a:pPr>
            <a:r>
              <a:rPr/>
              <a:t>Extension officers</a:t>
            </a:r>
            <a:endParaRPr/>
          </a:p>
        </p:txBody>
      </p:sp>
      <p:sp>
        <p:nvSpPr>
          <p:cNvPr id="1281160168" name="TextBox 25"/>
          <p:cNvSpPr txBox="1"/>
          <p:nvPr/>
        </p:nvSpPr>
        <p:spPr bwMode="auto">
          <a:xfrm>
            <a:off x="2404872" y="3849624"/>
            <a:ext cx="2240280" cy="502920"/>
          </a:xfrm>
          <a:prstGeom prst="rect">
            <a:avLst/>
          </a:prstGeom>
          <a:noFill/>
        </p:spPr>
        <p:txBody>
          <a:bodyPr wrap="none">
            <a:spAutoFit/>
          </a:bodyPr>
          <a:lstStyle/>
          <a:p>
            <a:pPr>
              <a:defRPr sz="2000" b="1">
                <a:solidFill>
                  <a:srgbClr val="1C3141"/>
                </a:solidFill>
              </a:defRPr>
            </a:pPr>
            <a:r>
              <a:rPr/>
              <a:t>Advisory support</a:t>
            </a:r>
            <a:endParaRPr/>
          </a:p>
        </p:txBody>
      </p:sp>
      <p:sp>
        <p:nvSpPr>
          <p:cNvPr id="1542600547" name="TextBox 26"/>
          <p:cNvSpPr txBox="1"/>
          <p:nvPr/>
        </p:nvSpPr>
        <p:spPr bwMode="auto">
          <a:xfrm>
            <a:off x="2404872" y="4361688"/>
            <a:ext cx="2240280" cy="347472"/>
          </a:xfrm>
          <a:prstGeom prst="rect">
            <a:avLst/>
          </a:prstGeom>
          <a:noFill/>
        </p:spPr>
        <p:txBody>
          <a:bodyPr wrap="none">
            <a:spAutoFit/>
          </a:bodyPr>
          <a:lstStyle/>
          <a:p>
            <a:pPr>
              <a:defRPr sz="1000">
                <a:solidFill>
                  <a:srgbClr val="556068"/>
                </a:solidFill>
              </a:defRPr>
            </a:pPr>
            <a:r>
              <a:rPr/>
              <a:t>Translate findings into local guidance</a:t>
            </a:r>
            <a:endParaRPr/>
          </a:p>
        </p:txBody>
      </p:sp>
      <p:sp>
        <p:nvSpPr>
          <p:cNvPr id="386044037" name="Rounded Rectangle 27"/>
          <p:cNvSpPr/>
          <p:nvPr/>
        </p:nvSpPr>
        <p:spPr bwMode="auto">
          <a:xfrm>
            <a:off x="4983480" y="3429000"/>
            <a:ext cx="2514600" cy="1508759"/>
          </a:xfrm>
          <a:prstGeom prst="roundRect">
            <a:avLst>
              <a:gd name="adj" fmla="val 16667"/>
            </a:avLst>
          </a:prstGeom>
          <a:solidFill>
            <a:srgbClr val="FFFFFF"/>
          </a:solidFill>
          <a:ln>
            <a:solidFill>
              <a:srgbClr val="D2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56345286" name="Rectangle 28"/>
          <p:cNvSpPr/>
          <p:nvPr/>
        </p:nvSpPr>
        <p:spPr bwMode="auto">
          <a:xfrm>
            <a:off x="4983480" y="3429000"/>
            <a:ext cx="73152" cy="1508759"/>
          </a:xfrm>
          <a:prstGeom prst="rect">
            <a:avLst/>
          </a:prstGeom>
          <a:solidFill>
            <a:srgbClr val="329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78256660" name="TextBox 29"/>
          <p:cNvSpPr txBox="1"/>
          <p:nvPr/>
        </p:nvSpPr>
        <p:spPr bwMode="auto">
          <a:xfrm>
            <a:off x="5148072" y="3538728"/>
            <a:ext cx="2240280" cy="274320"/>
          </a:xfrm>
          <a:prstGeom prst="rect">
            <a:avLst/>
          </a:prstGeom>
          <a:noFill/>
        </p:spPr>
        <p:txBody>
          <a:bodyPr wrap="none">
            <a:spAutoFit/>
          </a:bodyPr>
          <a:lstStyle/>
          <a:p>
            <a:pPr>
              <a:defRPr sz="1100" b="1">
                <a:solidFill>
                  <a:srgbClr val="556068"/>
                </a:solidFill>
              </a:defRPr>
            </a:pPr>
            <a:r>
              <a:rPr/>
              <a:t>Policy makers</a:t>
            </a:r>
            <a:endParaRPr/>
          </a:p>
        </p:txBody>
      </p:sp>
      <p:sp>
        <p:nvSpPr>
          <p:cNvPr id="2029684067" name="TextBox 30"/>
          <p:cNvSpPr txBox="1"/>
          <p:nvPr/>
        </p:nvSpPr>
        <p:spPr bwMode="auto">
          <a:xfrm>
            <a:off x="5148072" y="3849624"/>
            <a:ext cx="2240280" cy="502920"/>
          </a:xfrm>
          <a:prstGeom prst="rect">
            <a:avLst/>
          </a:prstGeom>
          <a:noFill/>
        </p:spPr>
        <p:txBody>
          <a:bodyPr wrap="none">
            <a:spAutoFit/>
          </a:bodyPr>
          <a:lstStyle/>
          <a:p>
            <a:pPr>
              <a:defRPr sz="2000" b="1">
                <a:solidFill>
                  <a:srgbClr val="1C3141"/>
                </a:solidFill>
              </a:defRPr>
            </a:pPr>
            <a:r>
              <a:rPr/>
              <a:t>Evidence-based planning</a:t>
            </a:r>
            <a:endParaRPr/>
          </a:p>
        </p:txBody>
      </p:sp>
      <p:sp>
        <p:nvSpPr>
          <p:cNvPr id="636071003" name="TextBox 31"/>
          <p:cNvSpPr txBox="1"/>
          <p:nvPr/>
        </p:nvSpPr>
        <p:spPr bwMode="auto">
          <a:xfrm>
            <a:off x="5148072" y="4361688"/>
            <a:ext cx="2240280" cy="347472"/>
          </a:xfrm>
          <a:prstGeom prst="rect">
            <a:avLst/>
          </a:prstGeom>
          <a:noFill/>
        </p:spPr>
        <p:txBody>
          <a:bodyPr wrap="none">
            <a:spAutoFit/>
          </a:bodyPr>
          <a:lstStyle/>
          <a:p>
            <a:pPr>
              <a:defRPr sz="1000">
                <a:solidFill>
                  <a:srgbClr val="556068"/>
                </a:solidFill>
              </a:defRPr>
            </a:pPr>
            <a:r>
              <a:rPr/>
              <a:t>Identify areas needing attention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bg1">
            <a:lumMod val="95000"/>
          </a:schemeClr>
        </a:solidFill>
      </p:bgPr>
    </p:bg>
    <p:spTree>
      <p:nvGrpSpPr>
        <p:cNvPr id="1" name=""/>
        <p:cNvGrpSpPr/>
        <p:nvPr/>
      </p:nvGrpSpPr>
      <p:grpSpPr bwMode="auto">
        <a:xfrm>
          <a:off x="0" y="0"/>
          <a:ext cx="0" cy="0"/>
          <a:chOff x="0" y="0"/>
          <a:chExt cx="0" cy="0"/>
        </a:xfrm>
      </p:grpSpPr>
      <p:pic>
        <p:nvPicPr>
          <p:cNvPr id="548089686" name="Picture 5"/>
          <p:cNvPicPr>
            <a:picLocks noChangeAspect="1"/>
          </p:cNvPicPr>
          <p:nvPr/>
        </p:nvPicPr>
        <p:blipFill rotWithShape="1">
          <a:blip r:embed="rId3"/>
          <a:stretch/>
        </p:blipFill>
        <p:spPr bwMode="auto">
          <a:xfrm>
            <a:off x="467359" y="6410461"/>
            <a:ext cx="3706253" cy="296092"/>
          </a:xfrm>
          <a:prstGeom prst="rect">
            <a:avLst/>
          </a:prstGeom>
        </p:spPr>
      </p:pic>
      <p:pic>
        <p:nvPicPr>
          <p:cNvPr id="1882022756" name="Picture 1"/>
          <p:cNvPicPr>
            <a:picLocks noChangeAspect="1"/>
          </p:cNvPicPr>
          <p:nvPr/>
        </p:nvPicPr>
        <p:blipFill rotWithShape="1">
          <a:blip r:embed="rId4"/>
          <a:stretch/>
        </p:blipFill>
        <p:spPr bwMode="auto">
          <a:xfrm flipH="1">
            <a:off x="50800" y="3820160"/>
            <a:ext cx="1727199" cy="3010024"/>
          </a:xfrm>
          <a:prstGeom prst="rect">
            <a:avLst/>
          </a:prstGeom>
        </p:spPr>
      </p:pic>
      <p:sp>
        <p:nvSpPr>
          <p:cNvPr id="102137961" name="Text Placeholder 6"/>
          <p:cNvSpPr>
            <a:spLocks noGrp="1"/>
          </p:cNvSpPr>
          <p:nvPr>
            <p:ph type="body" sz="quarter" idx="12"/>
          </p:nvPr>
        </p:nvSpPr>
        <p:spPr bwMode="auto">
          <a:xfrm>
            <a:off x="390618" y="1432560"/>
            <a:ext cx="9027702" cy="5243448"/>
          </a:xfrm>
        </p:spPr>
        <p:txBody>
          <a:bodyPr/>
          <a:lstStyle/>
          <a:p>
            <a:pPr lvl="1">
              <a:lnSpc>
                <a:spcPct val="150000"/>
              </a:lnSpc>
              <a:defRPr/>
            </a:pPr>
            <a:endParaRPr lang="en-IN"/>
          </a:p>
        </p:txBody>
      </p:sp>
      <p:sp>
        <p:nvSpPr>
          <p:cNvPr id="406478060" name="TextBox 7"/>
          <p:cNvSpPr txBox="1"/>
          <p:nvPr/>
        </p:nvSpPr>
        <p:spPr bwMode="auto">
          <a:xfrm>
            <a:off x="658368" y="347472"/>
            <a:ext cx="8778240" cy="640080"/>
          </a:xfrm>
          <a:prstGeom prst="rect">
            <a:avLst/>
          </a:prstGeom>
          <a:noFill/>
        </p:spPr>
        <p:txBody>
          <a:bodyPr wrap="none">
            <a:spAutoFit/>
          </a:bodyPr>
          <a:lstStyle/>
          <a:p>
            <a:pPr>
              <a:defRPr sz="2800" b="1">
                <a:solidFill>
                  <a:srgbClr val="000000"/>
                </a:solidFill>
                <a:latin typeface="Arial"/>
              </a:defRPr>
            </a:pPr>
            <a:r>
              <a:rPr/>
              <a:t>TECHNOLOGY USED</a:t>
            </a:r>
            <a:endParaRPr/>
          </a:p>
        </p:txBody>
      </p:sp>
      <p:sp>
        <p:nvSpPr>
          <p:cNvPr id="1904810873" name="Rounded Rectangle 8"/>
          <p:cNvSpPr/>
          <p:nvPr/>
        </p:nvSpPr>
        <p:spPr bwMode="auto">
          <a:xfrm>
            <a:off x="777240" y="1234440"/>
            <a:ext cx="2468880" cy="1325880"/>
          </a:xfrm>
          <a:prstGeom prst="roundRect">
            <a:avLst>
              <a:gd name="adj" fmla="val 16667"/>
            </a:avLst>
          </a:prstGeom>
          <a:solidFill>
            <a:srgbClr val="FFFFFF"/>
          </a:solidFill>
          <a:ln>
            <a:solidFill>
              <a:srgbClr val="D2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37486330" name="Rectangle 9"/>
          <p:cNvSpPr/>
          <p:nvPr/>
        </p:nvSpPr>
        <p:spPr bwMode="auto">
          <a:xfrm>
            <a:off x="777240" y="1234440"/>
            <a:ext cx="73152" cy="1325880"/>
          </a:xfrm>
          <a:prstGeom prst="rect">
            <a:avLst/>
          </a:prstGeom>
          <a:solidFill>
            <a:srgbClr val="1F60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7291677" name="TextBox 10"/>
          <p:cNvSpPr txBox="1"/>
          <p:nvPr/>
        </p:nvSpPr>
        <p:spPr bwMode="auto">
          <a:xfrm>
            <a:off x="941832" y="1344168"/>
            <a:ext cx="2194560" cy="274320"/>
          </a:xfrm>
          <a:prstGeom prst="rect">
            <a:avLst/>
          </a:prstGeom>
          <a:noFill/>
        </p:spPr>
        <p:txBody>
          <a:bodyPr wrap="none">
            <a:spAutoFit/>
          </a:bodyPr>
          <a:lstStyle/>
          <a:p>
            <a:pPr>
              <a:defRPr sz="1100" b="1">
                <a:solidFill>
                  <a:srgbClr val="556068"/>
                </a:solidFill>
              </a:defRPr>
            </a:pPr>
            <a:r>
              <a:rPr/>
              <a:t>Python</a:t>
            </a:r>
            <a:endParaRPr/>
          </a:p>
        </p:txBody>
      </p:sp>
      <p:sp>
        <p:nvSpPr>
          <p:cNvPr id="1439019686" name="TextBox 11"/>
          <p:cNvSpPr txBox="1"/>
          <p:nvPr/>
        </p:nvSpPr>
        <p:spPr bwMode="auto">
          <a:xfrm>
            <a:off x="941832" y="1655063"/>
            <a:ext cx="2194560" cy="502920"/>
          </a:xfrm>
          <a:prstGeom prst="rect">
            <a:avLst/>
          </a:prstGeom>
          <a:noFill/>
        </p:spPr>
        <p:txBody>
          <a:bodyPr wrap="none">
            <a:spAutoFit/>
          </a:bodyPr>
          <a:lstStyle/>
          <a:p>
            <a:pPr>
              <a:defRPr sz="2000" b="1">
                <a:solidFill>
                  <a:srgbClr val="1C3141"/>
                </a:solidFill>
              </a:defRPr>
            </a:pPr>
            <a:r>
              <a:rPr/>
              <a:t>Core analysis</a:t>
            </a:r>
            <a:endParaRPr/>
          </a:p>
        </p:txBody>
      </p:sp>
      <p:sp>
        <p:nvSpPr>
          <p:cNvPr id="59715896" name="TextBox 12"/>
          <p:cNvSpPr txBox="1"/>
          <p:nvPr/>
        </p:nvSpPr>
        <p:spPr bwMode="auto">
          <a:xfrm>
            <a:off x="941832" y="2167128"/>
            <a:ext cx="2194560" cy="347472"/>
          </a:xfrm>
          <a:prstGeom prst="rect">
            <a:avLst/>
          </a:prstGeom>
          <a:noFill/>
        </p:spPr>
        <p:txBody>
          <a:bodyPr wrap="none">
            <a:spAutoFit/>
          </a:bodyPr>
          <a:lstStyle/>
          <a:p>
            <a:pPr>
              <a:defRPr sz="1000">
                <a:solidFill>
                  <a:srgbClr val="556068"/>
                </a:solidFill>
              </a:defRPr>
            </a:pPr>
            <a:r>
              <a:rPr/>
              <a:t>Jupyter / Colab</a:t>
            </a:r>
            <a:endParaRPr/>
          </a:p>
        </p:txBody>
      </p:sp>
      <p:sp>
        <p:nvSpPr>
          <p:cNvPr id="477653469" name="Rounded Rectangle 13"/>
          <p:cNvSpPr/>
          <p:nvPr/>
        </p:nvSpPr>
        <p:spPr bwMode="auto">
          <a:xfrm>
            <a:off x="3429000" y="1234440"/>
            <a:ext cx="2468880" cy="1325880"/>
          </a:xfrm>
          <a:prstGeom prst="roundRect">
            <a:avLst>
              <a:gd name="adj" fmla="val 16667"/>
            </a:avLst>
          </a:prstGeom>
          <a:solidFill>
            <a:srgbClr val="FFFFFF"/>
          </a:solidFill>
          <a:ln>
            <a:solidFill>
              <a:srgbClr val="D2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38729028" name="Rectangle 14"/>
          <p:cNvSpPr/>
          <p:nvPr/>
        </p:nvSpPr>
        <p:spPr bwMode="auto">
          <a:xfrm>
            <a:off x="3429000" y="1234440"/>
            <a:ext cx="73152" cy="1325880"/>
          </a:xfrm>
          <a:prstGeom prst="rect">
            <a:avLst/>
          </a:prstGeom>
          <a:solidFill>
            <a:srgbClr val="329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80006753" name="TextBox 15"/>
          <p:cNvSpPr txBox="1"/>
          <p:nvPr/>
        </p:nvSpPr>
        <p:spPr bwMode="auto">
          <a:xfrm>
            <a:off x="3593592" y="1344168"/>
            <a:ext cx="2194560" cy="274320"/>
          </a:xfrm>
          <a:prstGeom prst="rect">
            <a:avLst/>
          </a:prstGeom>
          <a:noFill/>
        </p:spPr>
        <p:txBody>
          <a:bodyPr wrap="none">
            <a:spAutoFit/>
          </a:bodyPr>
          <a:lstStyle/>
          <a:p>
            <a:pPr>
              <a:defRPr sz="1100" b="1">
                <a:solidFill>
                  <a:srgbClr val="556068"/>
                </a:solidFill>
              </a:defRPr>
            </a:pPr>
            <a:r>
              <a:rPr/>
              <a:t>Pandas + NumPy</a:t>
            </a:r>
            <a:endParaRPr/>
          </a:p>
        </p:txBody>
      </p:sp>
      <p:sp>
        <p:nvSpPr>
          <p:cNvPr id="658607256" name="TextBox 16"/>
          <p:cNvSpPr txBox="1"/>
          <p:nvPr/>
        </p:nvSpPr>
        <p:spPr bwMode="auto">
          <a:xfrm>
            <a:off x="3593592" y="1655063"/>
            <a:ext cx="2194560" cy="502920"/>
          </a:xfrm>
          <a:prstGeom prst="rect">
            <a:avLst/>
          </a:prstGeom>
          <a:noFill/>
        </p:spPr>
        <p:txBody>
          <a:bodyPr wrap="none">
            <a:spAutoFit/>
          </a:bodyPr>
          <a:lstStyle/>
          <a:p>
            <a:pPr>
              <a:defRPr sz="2000" b="1">
                <a:solidFill>
                  <a:srgbClr val="1C3141"/>
                </a:solidFill>
              </a:defRPr>
            </a:pPr>
            <a:r>
              <a:rPr/>
              <a:t>Data handling</a:t>
            </a:r>
            <a:endParaRPr/>
          </a:p>
        </p:txBody>
      </p:sp>
      <p:sp>
        <p:nvSpPr>
          <p:cNvPr id="408403274" name="TextBox 17"/>
          <p:cNvSpPr txBox="1"/>
          <p:nvPr/>
        </p:nvSpPr>
        <p:spPr bwMode="auto">
          <a:xfrm>
            <a:off x="3593592" y="2167128"/>
            <a:ext cx="2194560" cy="347472"/>
          </a:xfrm>
          <a:prstGeom prst="rect">
            <a:avLst/>
          </a:prstGeom>
          <a:noFill/>
        </p:spPr>
        <p:txBody>
          <a:bodyPr wrap="none">
            <a:spAutoFit/>
          </a:bodyPr>
          <a:lstStyle/>
          <a:p>
            <a:pPr>
              <a:defRPr sz="1000">
                <a:solidFill>
                  <a:srgbClr val="556068"/>
                </a:solidFill>
              </a:defRPr>
            </a:pPr>
            <a:r>
              <a:rPr/>
              <a:t>Cleaning and aggregation</a:t>
            </a:r>
            <a:endParaRPr/>
          </a:p>
        </p:txBody>
      </p:sp>
      <p:sp>
        <p:nvSpPr>
          <p:cNvPr id="304804431" name="Rounded Rectangle 18"/>
          <p:cNvSpPr/>
          <p:nvPr/>
        </p:nvSpPr>
        <p:spPr bwMode="auto">
          <a:xfrm>
            <a:off x="6080760" y="1234440"/>
            <a:ext cx="2468880" cy="1325880"/>
          </a:xfrm>
          <a:prstGeom prst="roundRect">
            <a:avLst>
              <a:gd name="adj" fmla="val 16667"/>
            </a:avLst>
          </a:prstGeom>
          <a:solidFill>
            <a:srgbClr val="FFFFFF"/>
          </a:solidFill>
          <a:ln>
            <a:solidFill>
              <a:srgbClr val="D2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04073251" name="Rectangle 19"/>
          <p:cNvSpPr/>
          <p:nvPr/>
        </p:nvSpPr>
        <p:spPr bwMode="auto">
          <a:xfrm>
            <a:off x="6080760" y="1234440"/>
            <a:ext cx="73152" cy="1325880"/>
          </a:xfrm>
          <a:prstGeom prst="rect">
            <a:avLst/>
          </a:prstGeom>
          <a:solidFill>
            <a:srgbClr val="1F60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73376084" name="TextBox 20"/>
          <p:cNvSpPr txBox="1"/>
          <p:nvPr/>
        </p:nvSpPr>
        <p:spPr bwMode="auto">
          <a:xfrm>
            <a:off x="6245352" y="1344168"/>
            <a:ext cx="2194560" cy="274320"/>
          </a:xfrm>
          <a:prstGeom prst="rect">
            <a:avLst/>
          </a:prstGeom>
          <a:noFill/>
        </p:spPr>
        <p:txBody>
          <a:bodyPr wrap="none">
            <a:spAutoFit/>
          </a:bodyPr>
          <a:lstStyle/>
          <a:p>
            <a:pPr>
              <a:defRPr sz="1100" b="1">
                <a:solidFill>
                  <a:srgbClr val="556068"/>
                </a:solidFill>
              </a:defRPr>
            </a:pPr>
            <a:r>
              <a:rPr/>
              <a:t>Matplotlib + Seaborn</a:t>
            </a:r>
            <a:endParaRPr/>
          </a:p>
        </p:txBody>
      </p:sp>
      <p:sp>
        <p:nvSpPr>
          <p:cNvPr id="2062127190" name="TextBox 21"/>
          <p:cNvSpPr txBox="1"/>
          <p:nvPr/>
        </p:nvSpPr>
        <p:spPr bwMode="auto">
          <a:xfrm>
            <a:off x="6245352" y="1655063"/>
            <a:ext cx="2194560" cy="502920"/>
          </a:xfrm>
          <a:prstGeom prst="rect">
            <a:avLst/>
          </a:prstGeom>
          <a:noFill/>
        </p:spPr>
        <p:txBody>
          <a:bodyPr wrap="none">
            <a:spAutoFit/>
          </a:bodyPr>
          <a:lstStyle/>
          <a:p>
            <a:pPr>
              <a:defRPr sz="2000" b="1">
                <a:solidFill>
                  <a:srgbClr val="1C3141"/>
                </a:solidFill>
              </a:defRPr>
            </a:pPr>
            <a:r>
              <a:rPr/>
              <a:t>Visualization</a:t>
            </a:r>
            <a:endParaRPr/>
          </a:p>
        </p:txBody>
      </p:sp>
      <p:sp>
        <p:nvSpPr>
          <p:cNvPr id="1486794885" name="TextBox 22"/>
          <p:cNvSpPr txBox="1"/>
          <p:nvPr/>
        </p:nvSpPr>
        <p:spPr bwMode="auto">
          <a:xfrm>
            <a:off x="6245352" y="2167128"/>
            <a:ext cx="2194560" cy="347472"/>
          </a:xfrm>
          <a:prstGeom prst="rect">
            <a:avLst/>
          </a:prstGeom>
          <a:noFill/>
        </p:spPr>
        <p:txBody>
          <a:bodyPr wrap="none">
            <a:spAutoFit/>
          </a:bodyPr>
          <a:lstStyle/>
          <a:p>
            <a:pPr>
              <a:defRPr sz="1000">
                <a:solidFill>
                  <a:srgbClr val="556068"/>
                </a:solidFill>
              </a:defRPr>
            </a:pPr>
            <a:r>
              <a:rPr/>
              <a:t>Charts and heatmaps</a:t>
            </a:r>
            <a:endParaRPr/>
          </a:p>
        </p:txBody>
      </p:sp>
      <p:sp>
        <p:nvSpPr>
          <p:cNvPr id="1288017857" name="Rounded Rectangle 23"/>
          <p:cNvSpPr/>
          <p:nvPr/>
        </p:nvSpPr>
        <p:spPr bwMode="auto">
          <a:xfrm>
            <a:off x="2103120" y="3063240"/>
            <a:ext cx="2468880" cy="1325880"/>
          </a:xfrm>
          <a:prstGeom prst="roundRect">
            <a:avLst>
              <a:gd name="adj" fmla="val 16667"/>
            </a:avLst>
          </a:prstGeom>
          <a:solidFill>
            <a:srgbClr val="FFFFFF"/>
          </a:solidFill>
          <a:ln>
            <a:solidFill>
              <a:srgbClr val="D2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77113164" name="Rectangle 24"/>
          <p:cNvSpPr/>
          <p:nvPr/>
        </p:nvSpPr>
        <p:spPr bwMode="auto">
          <a:xfrm>
            <a:off x="2103120" y="3063240"/>
            <a:ext cx="73152" cy="1325880"/>
          </a:xfrm>
          <a:prstGeom prst="rect">
            <a:avLst/>
          </a:prstGeom>
          <a:solidFill>
            <a:srgbClr val="329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4577311" name="TextBox 25"/>
          <p:cNvSpPr txBox="1"/>
          <p:nvPr/>
        </p:nvSpPr>
        <p:spPr bwMode="auto">
          <a:xfrm>
            <a:off x="2267712" y="3172968"/>
            <a:ext cx="2194560" cy="274320"/>
          </a:xfrm>
          <a:prstGeom prst="rect">
            <a:avLst/>
          </a:prstGeom>
          <a:noFill/>
        </p:spPr>
        <p:txBody>
          <a:bodyPr wrap="none">
            <a:spAutoFit/>
          </a:bodyPr>
          <a:lstStyle/>
          <a:p>
            <a:pPr>
              <a:defRPr sz="1100" b="1">
                <a:solidFill>
                  <a:srgbClr val="556068"/>
                </a:solidFill>
              </a:defRPr>
            </a:pPr>
            <a:r>
              <a:rPr/>
              <a:t>SciPy</a:t>
            </a:r>
            <a:endParaRPr/>
          </a:p>
        </p:txBody>
      </p:sp>
      <p:sp>
        <p:nvSpPr>
          <p:cNvPr id="671830614" name="TextBox 26"/>
          <p:cNvSpPr txBox="1"/>
          <p:nvPr/>
        </p:nvSpPr>
        <p:spPr bwMode="auto">
          <a:xfrm>
            <a:off x="2267712" y="3483864"/>
            <a:ext cx="2194560" cy="502920"/>
          </a:xfrm>
          <a:prstGeom prst="rect">
            <a:avLst/>
          </a:prstGeom>
          <a:noFill/>
        </p:spPr>
        <p:txBody>
          <a:bodyPr wrap="none">
            <a:spAutoFit/>
          </a:bodyPr>
          <a:lstStyle/>
          <a:p>
            <a:pPr>
              <a:defRPr sz="2400" b="1">
                <a:solidFill>
                  <a:srgbClr val="1C3141"/>
                </a:solidFill>
              </a:defRPr>
            </a:pPr>
            <a:r>
              <a:rPr/>
              <a:t>Statistics</a:t>
            </a:r>
            <a:endParaRPr/>
          </a:p>
        </p:txBody>
      </p:sp>
      <p:sp>
        <p:nvSpPr>
          <p:cNvPr id="1992818893" name="TextBox 27"/>
          <p:cNvSpPr txBox="1"/>
          <p:nvPr/>
        </p:nvSpPr>
        <p:spPr bwMode="auto">
          <a:xfrm>
            <a:off x="2267712" y="3995928"/>
            <a:ext cx="2194560" cy="347472"/>
          </a:xfrm>
          <a:prstGeom prst="rect">
            <a:avLst/>
          </a:prstGeom>
          <a:noFill/>
        </p:spPr>
        <p:txBody>
          <a:bodyPr wrap="none">
            <a:spAutoFit/>
          </a:bodyPr>
          <a:lstStyle/>
          <a:p>
            <a:pPr>
              <a:defRPr sz="1000">
                <a:solidFill>
                  <a:srgbClr val="556068"/>
                </a:solidFill>
              </a:defRPr>
            </a:pPr>
            <a:r>
              <a:rPr/>
              <a:t>ANOVA, Kruskal–Wallis, Pearson</a:t>
            </a:r>
            <a:endParaRPr/>
          </a:p>
        </p:txBody>
      </p:sp>
      <p:sp>
        <p:nvSpPr>
          <p:cNvPr id="576817379" name="Rounded Rectangle 28"/>
          <p:cNvSpPr/>
          <p:nvPr/>
        </p:nvSpPr>
        <p:spPr bwMode="auto">
          <a:xfrm>
            <a:off x="4754880" y="3063240"/>
            <a:ext cx="2468880" cy="1325880"/>
          </a:xfrm>
          <a:prstGeom prst="roundRect">
            <a:avLst>
              <a:gd name="adj" fmla="val 16667"/>
            </a:avLst>
          </a:prstGeom>
          <a:solidFill>
            <a:srgbClr val="FFFFFF"/>
          </a:solidFill>
          <a:ln>
            <a:solidFill>
              <a:srgbClr val="D2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84898489" name="Rectangle 29"/>
          <p:cNvSpPr/>
          <p:nvPr/>
        </p:nvSpPr>
        <p:spPr bwMode="auto">
          <a:xfrm>
            <a:off x="4754880" y="3063240"/>
            <a:ext cx="73152" cy="1325880"/>
          </a:xfrm>
          <a:prstGeom prst="rect">
            <a:avLst/>
          </a:prstGeom>
          <a:solidFill>
            <a:srgbClr val="1F60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59324970" name="TextBox 30"/>
          <p:cNvSpPr txBox="1"/>
          <p:nvPr/>
        </p:nvSpPr>
        <p:spPr bwMode="auto">
          <a:xfrm>
            <a:off x="4919471" y="3172968"/>
            <a:ext cx="2194560" cy="274320"/>
          </a:xfrm>
          <a:prstGeom prst="rect">
            <a:avLst/>
          </a:prstGeom>
          <a:noFill/>
        </p:spPr>
        <p:txBody>
          <a:bodyPr wrap="none">
            <a:spAutoFit/>
          </a:bodyPr>
          <a:lstStyle/>
          <a:p>
            <a:pPr>
              <a:defRPr sz="1100" b="1">
                <a:solidFill>
                  <a:srgbClr val="556068"/>
                </a:solidFill>
              </a:defRPr>
            </a:pPr>
            <a:r>
              <a:rPr/>
              <a:t>Excel + Colab</a:t>
            </a:r>
            <a:endParaRPr/>
          </a:p>
        </p:txBody>
      </p:sp>
      <p:sp>
        <p:nvSpPr>
          <p:cNvPr id="1640434114" name="TextBox 31"/>
          <p:cNvSpPr txBox="1"/>
          <p:nvPr/>
        </p:nvSpPr>
        <p:spPr bwMode="auto">
          <a:xfrm>
            <a:off x="4919471" y="3483864"/>
            <a:ext cx="2194560" cy="502920"/>
          </a:xfrm>
          <a:prstGeom prst="rect">
            <a:avLst/>
          </a:prstGeom>
          <a:noFill/>
        </p:spPr>
        <p:txBody>
          <a:bodyPr wrap="none">
            <a:spAutoFit/>
          </a:bodyPr>
          <a:lstStyle/>
          <a:p>
            <a:pPr>
              <a:defRPr sz="2000" b="1">
                <a:solidFill>
                  <a:srgbClr val="1C3141"/>
                </a:solidFill>
              </a:defRPr>
            </a:pPr>
            <a:r>
              <a:rPr/>
              <a:t>Input &amp; execution</a:t>
            </a:r>
            <a:endParaRPr/>
          </a:p>
        </p:txBody>
      </p:sp>
      <p:sp>
        <p:nvSpPr>
          <p:cNvPr id="792094988" name="TextBox 32"/>
          <p:cNvSpPr txBox="1"/>
          <p:nvPr/>
        </p:nvSpPr>
        <p:spPr bwMode="auto">
          <a:xfrm>
            <a:off x="4919471" y="3995928"/>
            <a:ext cx="2194560" cy="347472"/>
          </a:xfrm>
          <a:prstGeom prst="rect">
            <a:avLst/>
          </a:prstGeom>
          <a:noFill/>
        </p:spPr>
        <p:txBody>
          <a:bodyPr wrap="none">
            <a:spAutoFit/>
          </a:bodyPr>
          <a:lstStyle/>
          <a:p>
            <a:pPr>
              <a:defRPr sz="1000">
                <a:solidFill>
                  <a:srgbClr val="556068"/>
                </a:solidFill>
              </a:defRPr>
            </a:pPr>
            <a:r>
              <a:rPr/>
              <a:t>Dataset and notebook</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68993047" name="Picture 4"/>
          <p:cNvPicPr>
            <a:picLocks noChangeAspect="1"/>
          </p:cNvPicPr>
          <p:nvPr/>
        </p:nvPicPr>
        <p:blipFill rotWithShape="1">
          <a:blip r:embed="rId3"/>
          <a:srcRect l="0" t="96181" r="0" b="0"/>
          <a:stretch/>
        </p:blipFill>
        <p:spPr bwMode="auto">
          <a:xfrm>
            <a:off x="675957" y="6471919"/>
            <a:ext cx="2143125" cy="193040"/>
          </a:xfrm>
          <a:prstGeom prst="rect">
            <a:avLst/>
          </a:prstGeom>
        </p:spPr>
      </p:pic>
      <p:sp>
        <p:nvSpPr>
          <p:cNvPr id="1970416410" name="Text Placeholder 30"/>
          <p:cNvSpPr txBox="1"/>
          <p:nvPr/>
        </p:nvSpPr>
        <p:spPr bwMode="auto">
          <a:xfrm>
            <a:off x="320982" y="1275371"/>
            <a:ext cx="3343561" cy="666078"/>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1600">
                <a:solidFill>
                  <a:schemeClr val="tx1"/>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sz="2000"/>
          </a:p>
        </p:txBody>
      </p:sp>
      <p:sp>
        <p:nvSpPr>
          <p:cNvPr id="1636068198" name="Text Placeholder 30"/>
          <p:cNvSpPr txBox="1"/>
          <p:nvPr/>
        </p:nvSpPr>
        <p:spPr bwMode="auto">
          <a:xfrm>
            <a:off x="4345694" y="1275371"/>
            <a:ext cx="3343561" cy="666078"/>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1600">
                <a:solidFill>
                  <a:schemeClr val="tx1"/>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sz="2000"/>
          </a:p>
        </p:txBody>
      </p:sp>
      <p:sp>
        <p:nvSpPr>
          <p:cNvPr id="868537738" name="TextBox 8"/>
          <p:cNvSpPr txBox="1"/>
          <p:nvPr/>
        </p:nvSpPr>
        <p:spPr bwMode="auto">
          <a:xfrm>
            <a:off x="658368" y="347472"/>
            <a:ext cx="8778240" cy="640080"/>
          </a:xfrm>
          <a:prstGeom prst="rect">
            <a:avLst/>
          </a:prstGeom>
          <a:noFill/>
        </p:spPr>
        <p:txBody>
          <a:bodyPr wrap="none">
            <a:spAutoFit/>
          </a:bodyPr>
          <a:lstStyle/>
          <a:p>
            <a:pPr>
              <a:defRPr sz="2800" b="1">
                <a:solidFill>
                  <a:srgbClr val="000000"/>
                </a:solidFill>
                <a:latin typeface="Arial"/>
              </a:defRPr>
            </a:pPr>
            <a:r>
              <a:rPr/>
              <a:t>RESULTS</a:t>
            </a:r>
            <a:endParaRPr/>
          </a:p>
        </p:txBody>
      </p:sp>
      <p:sp>
        <p:nvSpPr>
          <p:cNvPr id="366348514" name="Rounded Rectangle 9"/>
          <p:cNvSpPr/>
          <p:nvPr/>
        </p:nvSpPr>
        <p:spPr bwMode="auto">
          <a:xfrm>
            <a:off x="777240" y="1097280"/>
            <a:ext cx="2103120" cy="1234440"/>
          </a:xfrm>
          <a:prstGeom prst="roundRect">
            <a:avLst>
              <a:gd name="adj" fmla="val 16667"/>
            </a:avLst>
          </a:prstGeom>
          <a:solidFill>
            <a:srgbClr val="FFFFFF"/>
          </a:solidFill>
          <a:ln>
            <a:solidFill>
              <a:srgbClr val="D2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94552871" name="Rectangle 10"/>
          <p:cNvSpPr/>
          <p:nvPr/>
        </p:nvSpPr>
        <p:spPr bwMode="auto">
          <a:xfrm>
            <a:off x="777240" y="1097280"/>
            <a:ext cx="73152" cy="1234440"/>
          </a:xfrm>
          <a:prstGeom prst="rect">
            <a:avLst/>
          </a:prstGeom>
          <a:solidFill>
            <a:srgbClr val="1F60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2913615" name="TextBox 11"/>
          <p:cNvSpPr txBox="1"/>
          <p:nvPr/>
        </p:nvSpPr>
        <p:spPr bwMode="auto">
          <a:xfrm>
            <a:off x="941832" y="1207007"/>
            <a:ext cx="1828799" cy="274320"/>
          </a:xfrm>
          <a:prstGeom prst="rect">
            <a:avLst/>
          </a:prstGeom>
          <a:noFill/>
        </p:spPr>
        <p:txBody>
          <a:bodyPr wrap="none">
            <a:spAutoFit/>
          </a:bodyPr>
          <a:lstStyle/>
          <a:p>
            <a:pPr>
              <a:defRPr sz="1100" b="1">
                <a:solidFill>
                  <a:srgbClr val="556068"/>
                </a:solidFill>
              </a:defRPr>
            </a:pPr>
            <a:r>
              <a:rPr/>
              <a:t>Dataset</a:t>
            </a:r>
            <a:endParaRPr/>
          </a:p>
        </p:txBody>
      </p:sp>
      <p:sp>
        <p:nvSpPr>
          <p:cNvPr id="2105568243" name="TextBox 12"/>
          <p:cNvSpPr txBox="1"/>
          <p:nvPr/>
        </p:nvSpPr>
        <p:spPr bwMode="auto">
          <a:xfrm>
            <a:off x="941832" y="1517904"/>
            <a:ext cx="1828799" cy="502920"/>
          </a:xfrm>
          <a:prstGeom prst="rect">
            <a:avLst/>
          </a:prstGeom>
          <a:noFill/>
        </p:spPr>
        <p:txBody>
          <a:bodyPr wrap="none">
            <a:spAutoFit/>
          </a:bodyPr>
          <a:lstStyle/>
          <a:p>
            <a:pPr>
              <a:defRPr sz="2400" b="1">
                <a:solidFill>
                  <a:srgbClr val="1C3141"/>
                </a:solidFill>
              </a:defRPr>
            </a:pPr>
            <a:r>
              <a:rPr/>
              <a:t>4,000</a:t>
            </a:r>
            <a:endParaRPr/>
          </a:p>
        </p:txBody>
      </p:sp>
      <p:sp>
        <p:nvSpPr>
          <p:cNvPr id="222670243" name="TextBox 13"/>
          <p:cNvSpPr txBox="1"/>
          <p:nvPr/>
        </p:nvSpPr>
        <p:spPr bwMode="auto">
          <a:xfrm>
            <a:off x="941832" y="2029967"/>
            <a:ext cx="1828799" cy="347472"/>
          </a:xfrm>
          <a:prstGeom prst="rect">
            <a:avLst/>
          </a:prstGeom>
          <a:noFill/>
        </p:spPr>
        <p:txBody>
          <a:bodyPr wrap="none">
            <a:spAutoFit/>
          </a:bodyPr>
          <a:lstStyle/>
          <a:p>
            <a:pPr>
              <a:defRPr sz="1000">
                <a:solidFill>
                  <a:srgbClr val="556068"/>
                </a:solidFill>
              </a:defRPr>
            </a:pPr>
            <a:r>
              <a:rPr/>
              <a:t>28 columns</a:t>
            </a:r>
            <a:endParaRPr/>
          </a:p>
        </p:txBody>
      </p:sp>
      <p:sp>
        <p:nvSpPr>
          <p:cNvPr id="1791331066" name="Rounded Rectangle 14"/>
          <p:cNvSpPr/>
          <p:nvPr/>
        </p:nvSpPr>
        <p:spPr bwMode="auto">
          <a:xfrm>
            <a:off x="3063240" y="1097280"/>
            <a:ext cx="2103120" cy="1234440"/>
          </a:xfrm>
          <a:prstGeom prst="roundRect">
            <a:avLst>
              <a:gd name="adj" fmla="val 16667"/>
            </a:avLst>
          </a:prstGeom>
          <a:solidFill>
            <a:srgbClr val="FFFFFF"/>
          </a:solidFill>
          <a:ln>
            <a:solidFill>
              <a:srgbClr val="D2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96496696" name="Rectangle 15"/>
          <p:cNvSpPr/>
          <p:nvPr/>
        </p:nvSpPr>
        <p:spPr bwMode="auto">
          <a:xfrm>
            <a:off x="3063240" y="1097280"/>
            <a:ext cx="73152" cy="1234440"/>
          </a:xfrm>
          <a:prstGeom prst="rect">
            <a:avLst/>
          </a:prstGeom>
          <a:solidFill>
            <a:srgbClr val="329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66193183" name="TextBox 16"/>
          <p:cNvSpPr txBox="1"/>
          <p:nvPr/>
        </p:nvSpPr>
        <p:spPr bwMode="auto">
          <a:xfrm>
            <a:off x="3227832" y="1207007"/>
            <a:ext cx="1828799" cy="274320"/>
          </a:xfrm>
          <a:prstGeom prst="rect">
            <a:avLst/>
          </a:prstGeom>
          <a:noFill/>
        </p:spPr>
        <p:txBody>
          <a:bodyPr wrap="none">
            <a:spAutoFit/>
          </a:bodyPr>
          <a:lstStyle/>
          <a:p>
            <a:pPr>
              <a:defRPr sz="1100" b="1">
                <a:solidFill>
                  <a:srgbClr val="556068"/>
                </a:solidFill>
              </a:defRPr>
            </a:pPr>
            <a:r>
              <a:rPr/>
              <a:t>Seasons</a:t>
            </a:r>
            <a:endParaRPr/>
          </a:p>
        </p:txBody>
      </p:sp>
      <p:sp>
        <p:nvSpPr>
          <p:cNvPr id="730826941" name="TextBox 17"/>
          <p:cNvSpPr txBox="1"/>
          <p:nvPr/>
        </p:nvSpPr>
        <p:spPr bwMode="auto">
          <a:xfrm>
            <a:off x="3227832" y="1517904"/>
            <a:ext cx="1828799" cy="502920"/>
          </a:xfrm>
          <a:prstGeom prst="rect">
            <a:avLst/>
          </a:prstGeom>
          <a:noFill/>
        </p:spPr>
        <p:txBody>
          <a:bodyPr wrap="none">
            <a:spAutoFit/>
          </a:bodyPr>
          <a:lstStyle/>
          <a:p>
            <a:pPr>
              <a:defRPr sz="2400" b="1">
                <a:solidFill>
                  <a:srgbClr val="1C3141"/>
                </a:solidFill>
              </a:defRPr>
            </a:pPr>
            <a:r>
              <a:rPr/>
              <a:t>Kharif</a:t>
            </a:r>
            <a:endParaRPr/>
          </a:p>
        </p:txBody>
      </p:sp>
      <p:sp>
        <p:nvSpPr>
          <p:cNvPr id="1144248345" name="TextBox 18"/>
          <p:cNvSpPr txBox="1"/>
          <p:nvPr/>
        </p:nvSpPr>
        <p:spPr bwMode="auto">
          <a:xfrm>
            <a:off x="3227832" y="2029967"/>
            <a:ext cx="1828799" cy="347472"/>
          </a:xfrm>
          <a:prstGeom prst="rect">
            <a:avLst/>
          </a:prstGeom>
          <a:noFill/>
        </p:spPr>
        <p:txBody>
          <a:bodyPr wrap="none">
            <a:spAutoFit/>
          </a:bodyPr>
          <a:lstStyle/>
          <a:p>
            <a:pPr>
              <a:defRPr sz="1000">
                <a:solidFill>
                  <a:srgbClr val="556068"/>
                </a:solidFill>
              </a:defRPr>
            </a:pPr>
            <a:r>
              <a:rPr/>
              <a:t>Rabi 1,627 • Zaid 594</a:t>
            </a:r>
            <a:endParaRPr/>
          </a:p>
        </p:txBody>
      </p:sp>
      <p:sp>
        <p:nvSpPr>
          <p:cNvPr id="96778876" name="Rounded Rectangle 19"/>
          <p:cNvSpPr/>
          <p:nvPr/>
        </p:nvSpPr>
        <p:spPr bwMode="auto">
          <a:xfrm>
            <a:off x="5349240" y="1097280"/>
            <a:ext cx="2103120" cy="1234440"/>
          </a:xfrm>
          <a:prstGeom prst="roundRect">
            <a:avLst>
              <a:gd name="adj" fmla="val 16667"/>
            </a:avLst>
          </a:prstGeom>
          <a:solidFill>
            <a:srgbClr val="FFFFFF"/>
          </a:solidFill>
          <a:ln>
            <a:solidFill>
              <a:srgbClr val="D2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26055891" name="Rectangle 20"/>
          <p:cNvSpPr/>
          <p:nvPr/>
        </p:nvSpPr>
        <p:spPr bwMode="auto">
          <a:xfrm>
            <a:off x="5349240" y="1097280"/>
            <a:ext cx="73152" cy="1234440"/>
          </a:xfrm>
          <a:prstGeom prst="rect">
            <a:avLst/>
          </a:prstGeom>
          <a:solidFill>
            <a:srgbClr val="1F60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54275715" name="TextBox 21"/>
          <p:cNvSpPr txBox="1"/>
          <p:nvPr/>
        </p:nvSpPr>
        <p:spPr bwMode="auto">
          <a:xfrm>
            <a:off x="5513831" y="1207007"/>
            <a:ext cx="1828799" cy="274320"/>
          </a:xfrm>
          <a:prstGeom prst="rect">
            <a:avLst/>
          </a:prstGeom>
          <a:noFill/>
        </p:spPr>
        <p:txBody>
          <a:bodyPr wrap="none">
            <a:spAutoFit/>
          </a:bodyPr>
          <a:lstStyle/>
          <a:p>
            <a:pPr>
              <a:defRPr sz="1100" b="1">
                <a:solidFill>
                  <a:srgbClr val="556068"/>
                </a:solidFill>
              </a:defRPr>
            </a:pPr>
            <a:r>
              <a:rPr/>
              <a:t>Best average yield</a:t>
            </a:r>
            <a:endParaRPr/>
          </a:p>
        </p:txBody>
      </p:sp>
      <p:sp>
        <p:nvSpPr>
          <p:cNvPr id="1813021242" name="TextBox 22"/>
          <p:cNvSpPr txBox="1"/>
          <p:nvPr/>
        </p:nvSpPr>
        <p:spPr bwMode="auto">
          <a:xfrm>
            <a:off x="5513831" y="1517904"/>
            <a:ext cx="1828799" cy="502920"/>
          </a:xfrm>
          <a:prstGeom prst="rect">
            <a:avLst/>
          </a:prstGeom>
          <a:noFill/>
        </p:spPr>
        <p:txBody>
          <a:bodyPr wrap="none">
            <a:spAutoFit/>
          </a:bodyPr>
          <a:lstStyle/>
          <a:p>
            <a:pPr>
              <a:defRPr sz="2400" b="1">
                <a:solidFill>
                  <a:srgbClr val="1C3141"/>
                </a:solidFill>
              </a:defRPr>
            </a:pPr>
            <a:r>
              <a:rPr/>
              <a:t>Kharif</a:t>
            </a:r>
            <a:endParaRPr/>
          </a:p>
        </p:txBody>
      </p:sp>
      <p:sp>
        <p:nvSpPr>
          <p:cNvPr id="1930374980" name="TextBox 23"/>
          <p:cNvSpPr txBox="1"/>
          <p:nvPr/>
        </p:nvSpPr>
        <p:spPr bwMode="auto">
          <a:xfrm>
            <a:off x="5513831" y="2029967"/>
            <a:ext cx="1828799" cy="347472"/>
          </a:xfrm>
          <a:prstGeom prst="rect">
            <a:avLst/>
          </a:prstGeom>
          <a:noFill/>
        </p:spPr>
        <p:txBody>
          <a:bodyPr wrap="none">
            <a:spAutoFit/>
          </a:bodyPr>
          <a:lstStyle/>
          <a:p>
            <a:pPr>
              <a:defRPr sz="1000">
                <a:solidFill>
                  <a:srgbClr val="556068"/>
                </a:solidFill>
              </a:defRPr>
            </a:pPr>
            <a:r>
              <a:rPr/>
              <a:t>5.63 tonnes/ha</a:t>
            </a:r>
            <a:endParaRPr/>
          </a:p>
        </p:txBody>
      </p:sp>
      <p:sp>
        <p:nvSpPr>
          <p:cNvPr id="1981003579" name="Rounded Rectangle 24"/>
          <p:cNvSpPr/>
          <p:nvPr/>
        </p:nvSpPr>
        <p:spPr bwMode="auto">
          <a:xfrm>
            <a:off x="7635240" y="1097280"/>
            <a:ext cx="2103120" cy="1234440"/>
          </a:xfrm>
          <a:prstGeom prst="roundRect">
            <a:avLst>
              <a:gd name="adj" fmla="val 16667"/>
            </a:avLst>
          </a:prstGeom>
          <a:solidFill>
            <a:srgbClr val="FFFFFF"/>
          </a:solidFill>
          <a:ln>
            <a:solidFill>
              <a:srgbClr val="D2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23694107" name="Rectangle 25"/>
          <p:cNvSpPr/>
          <p:nvPr/>
        </p:nvSpPr>
        <p:spPr bwMode="auto">
          <a:xfrm>
            <a:off x="7635240" y="1097280"/>
            <a:ext cx="73152" cy="1234440"/>
          </a:xfrm>
          <a:prstGeom prst="rect">
            <a:avLst/>
          </a:prstGeom>
          <a:solidFill>
            <a:srgbClr val="329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98308029" name="TextBox 26"/>
          <p:cNvSpPr txBox="1"/>
          <p:nvPr/>
        </p:nvSpPr>
        <p:spPr bwMode="auto">
          <a:xfrm>
            <a:off x="7799831" y="1207007"/>
            <a:ext cx="1828799" cy="274320"/>
          </a:xfrm>
          <a:prstGeom prst="rect">
            <a:avLst/>
          </a:prstGeom>
          <a:noFill/>
        </p:spPr>
        <p:txBody>
          <a:bodyPr wrap="none">
            <a:spAutoFit/>
          </a:bodyPr>
          <a:lstStyle/>
          <a:p>
            <a:pPr>
              <a:defRPr sz="1100" b="1">
                <a:solidFill>
                  <a:srgbClr val="556068"/>
                </a:solidFill>
              </a:defRPr>
            </a:pPr>
            <a:r>
              <a:rPr/>
              <a:t>Best average profit</a:t>
            </a:r>
            <a:endParaRPr/>
          </a:p>
        </p:txBody>
      </p:sp>
      <p:sp>
        <p:nvSpPr>
          <p:cNvPr id="148493053" name="TextBox 27"/>
          <p:cNvSpPr txBox="1"/>
          <p:nvPr/>
        </p:nvSpPr>
        <p:spPr bwMode="auto">
          <a:xfrm>
            <a:off x="7799831" y="1517904"/>
            <a:ext cx="1828799" cy="502920"/>
          </a:xfrm>
          <a:prstGeom prst="rect">
            <a:avLst/>
          </a:prstGeom>
          <a:noFill/>
        </p:spPr>
        <p:txBody>
          <a:bodyPr wrap="none">
            <a:spAutoFit/>
          </a:bodyPr>
          <a:lstStyle/>
          <a:p>
            <a:pPr>
              <a:defRPr sz="2400" b="1">
                <a:solidFill>
                  <a:srgbClr val="1C3141"/>
                </a:solidFill>
              </a:defRPr>
            </a:pPr>
            <a:r>
              <a:rPr/>
              <a:t>Kharif</a:t>
            </a:r>
            <a:endParaRPr/>
          </a:p>
        </p:txBody>
      </p:sp>
      <p:sp>
        <p:nvSpPr>
          <p:cNvPr id="1484695910" name="TextBox 28"/>
          <p:cNvSpPr txBox="1"/>
          <p:nvPr/>
        </p:nvSpPr>
        <p:spPr bwMode="auto">
          <a:xfrm>
            <a:off x="7799831" y="2029967"/>
            <a:ext cx="1828799" cy="347472"/>
          </a:xfrm>
          <a:prstGeom prst="rect">
            <a:avLst/>
          </a:prstGeom>
          <a:noFill/>
        </p:spPr>
        <p:txBody>
          <a:bodyPr wrap="none">
            <a:spAutoFit/>
          </a:bodyPr>
          <a:lstStyle/>
          <a:p>
            <a:pPr>
              <a:defRPr sz="1000">
                <a:solidFill>
                  <a:srgbClr val="556068"/>
                </a:solidFill>
              </a:defRPr>
            </a:pPr>
            <a:r>
              <a:rPr/>
              <a:t>₹178,915 per farm</a:t>
            </a:r>
            <a:endParaRPr/>
          </a:p>
        </p:txBody>
      </p:sp>
      <p:pic>
        <p:nvPicPr>
          <p:cNvPr id="1030331342" name="Picture 29" descr="season_yield.png"/>
          <p:cNvPicPr>
            <a:picLocks noChangeAspect="1"/>
          </p:cNvPicPr>
          <p:nvPr/>
        </p:nvPicPr>
        <p:blipFill rotWithShape="1">
          <a:blip r:embed="rId4"/>
          <a:stretch/>
        </p:blipFill>
        <p:spPr bwMode="auto">
          <a:xfrm>
            <a:off x="914400" y="2743200"/>
            <a:ext cx="4023360" cy="2194560"/>
          </a:xfrm>
          <a:prstGeom prst="rect">
            <a:avLst/>
          </a:prstGeom>
        </p:spPr>
      </p:pic>
      <p:pic>
        <p:nvPicPr>
          <p:cNvPr id="2036726441" name="Picture 30" descr="season_profit.png"/>
          <p:cNvPicPr>
            <a:picLocks noChangeAspect="1"/>
          </p:cNvPicPr>
          <p:nvPr/>
        </p:nvPicPr>
        <p:blipFill rotWithShape="1">
          <a:blip r:embed="rId5"/>
          <a:stretch/>
        </p:blipFill>
        <p:spPr bwMode="auto">
          <a:xfrm>
            <a:off x="5257800" y="2743200"/>
            <a:ext cx="4023360" cy="2194560"/>
          </a:xfrm>
          <a:prstGeom prst="rect">
            <a:avLst/>
          </a:prstGeom>
        </p:spPr>
      </p:pic>
      <p:sp>
        <p:nvSpPr>
          <p:cNvPr id="1325496448" name="TextBox 31"/>
          <p:cNvSpPr txBox="1"/>
          <p:nvPr/>
        </p:nvSpPr>
        <p:spPr bwMode="auto">
          <a:xfrm>
            <a:off x="914400" y="4983480"/>
            <a:ext cx="4023360" cy="320040"/>
          </a:xfrm>
          <a:prstGeom prst="rect">
            <a:avLst/>
          </a:prstGeom>
          <a:noFill/>
        </p:spPr>
        <p:txBody>
          <a:bodyPr wrap="none">
            <a:spAutoFit/>
          </a:bodyPr>
          <a:lstStyle/>
          <a:p>
            <a:pPr algn="ctr">
              <a:defRPr sz="1100">
                <a:solidFill>
                  <a:srgbClr val="556068"/>
                </a:solidFill>
                <a:latin typeface="Arial"/>
              </a:defRPr>
            </a:pPr>
            <a:r>
              <a:rPr/>
              <a:t>Kharif records the highest average yield.</a:t>
            </a:r>
            <a:endParaRPr/>
          </a:p>
        </p:txBody>
      </p:sp>
      <p:sp>
        <p:nvSpPr>
          <p:cNvPr id="1168969573" name="TextBox 32"/>
          <p:cNvSpPr txBox="1"/>
          <p:nvPr/>
        </p:nvSpPr>
        <p:spPr bwMode="auto">
          <a:xfrm>
            <a:off x="5257800" y="4983480"/>
            <a:ext cx="4023360" cy="320040"/>
          </a:xfrm>
          <a:prstGeom prst="rect">
            <a:avLst/>
          </a:prstGeom>
          <a:noFill/>
        </p:spPr>
        <p:txBody>
          <a:bodyPr wrap="none">
            <a:spAutoFit/>
          </a:bodyPr>
          <a:lstStyle/>
          <a:p>
            <a:pPr algn="ctr">
              <a:defRPr sz="1100">
                <a:solidFill>
                  <a:srgbClr val="556068"/>
                </a:solidFill>
                <a:latin typeface="Arial"/>
              </a:defRPr>
            </a:pPr>
            <a:r>
              <a:rPr/>
              <a:t>Zaid shows negative average profit in the dataset.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01748248" name="Picture 4"/>
          <p:cNvPicPr>
            <a:picLocks noChangeAspect="1"/>
          </p:cNvPicPr>
          <p:nvPr/>
        </p:nvPicPr>
        <p:blipFill rotWithShape="1">
          <a:blip r:embed="rId3"/>
          <a:srcRect l="0" t="96181" r="0" b="0"/>
          <a:stretch/>
        </p:blipFill>
        <p:spPr bwMode="auto">
          <a:xfrm>
            <a:off x="675957" y="6471919"/>
            <a:ext cx="2143125" cy="193040"/>
          </a:xfrm>
          <a:prstGeom prst="rect">
            <a:avLst/>
          </a:prstGeom>
        </p:spPr>
      </p:pic>
      <p:sp>
        <p:nvSpPr>
          <p:cNvPr id="863198780" name="Text Placeholder 30"/>
          <p:cNvSpPr txBox="1"/>
          <p:nvPr/>
        </p:nvSpPr>
        <p:spPr bwMode="auto">
          <a:xfrm>
            <a:off x="320982" y="1275371"/>
            <a:ext cx="3343561" cy="666078"/>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1600">
                <a:solidFill>
                  <a:schemeClr val="tx1"/>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sz="2000"/>
          </a:p>
        </p:txBody>
      </p:sp>
      <p:sp>
        <p:nvSpPr>
          <p:cNvPr id="25391308" name="Text Placeholder 30"/>
          <p:cNvSpPr txBox="1"/>
          <p:nvPr/>
        </p:nvSpPr>
        <p:spPr bwMode="auto">
          <a:xfrm>
            <a:off x="4345694" y="1275371"/>
            <a:ext cx="3343561" cy="666078"/>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1600">
                <a:solidFill>
                  <a:schemeClr val="tx1"/>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sz="2000"/>
          </a:p>
        </p:txBody>
      </p:sp>
      <p:sp>
        <p:nvSpPr>
          <p:cNvPr id="1044053680" name="TextBox 8"/>
          <p:cNvSpPr txBox="1"/>
          <p:nvPr/>
        </p:nvSpPr>
        <p:spPr bwMode="auto">
          <a:xfrm>
            <a:off x="658368" y="347472"/>
            <a:ext cx="8778240" cy="640080"/>
          </a:xfrm>
          <a:prstGeom prst="rect">
            <a:avLst/>
          </a:prstGeom>
          <a:noFill/>
        </p:spPr>
        <p:txBody>
          <a:bodyPr wrap="none">
            <a:spAutoFit/>
          </a:bodyPr>
          <a:lstStyle/>
          <a:p>
            <a:pPr>
              <a:defRPr sz="2800" b="1">
                <a:solidFill>
                  <a:srgbClr val="000000"/>
                </a:solidFill>
                <a:latin typeface="Arial"/>
              </a:defRPr>
            </a:pPr>
            <a:r>
              <a:rPr/>
              <a:t>RESULTS — DATA CLEANING</a:t>
            </a:r>
            <a:endParaRPr/>
          </a:p>
        </p:txBody>
      </p:sp>
      <p:pic>
        <p:nvPicPr>
          <p:cNvPr id="1348237424" name="Picture 9" descr="code_clean.png"/>
          <p:cNvPicPr>
            <a:picLocks noChangeAspect="1"/>
          </p:cNvPicPr>
          <p:nvPr/>
        </p:nvPicPr>
        <p:blipFill rotWithShape="1">
          <a:blip r:embed="rId4"/>
          <a:stretch/>
        </p:blipFill>
        <p:spPr bwMode="auto">
          <a:xfrm>
            <a:off x="822960" y="1325880"/>
            <a:ext cx="9052560" cy="3794760"/>
          </a:xfrm>
          <a:prstGeom prst="rect">
            <a:avLst/>
          </a:prstGeom>
        </p:spPr>
      </p:pic>
      <p:sp>
        <p:nvSpPr>
          <p:cNvPr id="1758586751" name="TextBox 10"/>
          <p:cNvSpPr txBox="1"/>
          <p:nvPr/>
        </p:nvSpPr>
        <p:spPr bwMode="auto">
          <a:xfrm>
            <a:off x="822960" y="5257800"/>
            <a:ext cx="9052560" cy="320040"/>
          </a:xfrm>
          <a:prstGeom prst="rect">
            <a:avLst/>
          </a:prstGeom>
          <a:noFill/>
        </p:spPr>
        <p:txBody>
          <a:bodyPr wrap="none">
            <a:spAutoFit/>
          </a:bodyPr>
          <a:lstStyle/>
          <a:p>
            <a:pPr algn="ctr">
              <a:defRPr sz="1100">
                <a:solidFill>
                  <a:srgbClr val="556068"/>
                </a:solidFill>
                <a:latin typeface="Arial"/>
              </a:defRPr>
            </a:pPr>
            <a:r>
              <a:rPr/>
              <a:t>Notebook code used for dataset loading and required cleaning steps.</a:t>
            </a:r>
            <a:endParaRPr/>
          </a:p>
        </p:txBody>
      </p:sp>
      <p:sp>
        <p:nvSpPr>
          <p:cNvPr id="231669616" name="Rounded Rectangle 11"/>
          <p:cNvSpPr/>
          <p:nvPr/>
        </p:nvSpPr>
        <p:spPr bwMode="auto">
          <a:xfrm>
            <a:off x="1097280" y="5623560"/>
            <a:ext cx="2468880" cy="914400"/>
          </a:xfrm>
          <a:prstGeom prst="roundRect">
            <a:avLst>
              <a:gd name="adj" fmla="val 16667"/>
            </a:avLst>
          </a:prstGeom>
          <a:solidFill>
            <a:srgbClr val="FFFFFF"/>
          </a:solidFill>
          <a:ln>
            <a:solidFill>
              <a:srgbClr val="D2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64107564" name="Rectangle 12"/>
          <p:cNvSpPr/>
          <p:nvPr/>
        </p:nvSpPr>
        <p:spPr bwMode="auto">
          <a:xfrm>
            <a:off x="1097280" y="5623560"/>
            <a:ext cx="73152" cy="914400"/>
          </a:xfrm>
          <a:prstGeom prst="rect">
            <a:avLst/>
          </a:prstGeom>
          <a:solidFill>
            <a:srgbClr val="1F60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32199996" name="TextBox 13"/>
          <p:cNvSpPr txBox="1"/>
          <p:nvPr/>
        </p:nvSpPr>
        <p:spPr bwMode="auto">
          <a:xfrm>
            <a:off x="1261872" y="5733288"/>
            <a:ext cx="2194560" cy="274320"/>
          </a:xfrm>
          <a:prstGeom prst="rect">
            <a:avLst/>
          </a:prstGeom>
          <a:noFill/>
        </p:spPr>
        <p:txBody>
          <a:bodyPr wrap="none">
            <a:spAutoFit/>
          </a:bodyPr>
          <a:lstStyle/>
          <a:p>
            <a:pPr>
              <a:defRPr sz="1100" b="1">
                <a:solidFill>
                  <a:srgbClr val="556068"/>
                </a:solidFill>
              </a:defRPr>
            </a:pPr>
            <a:r>
              <a:rPr/>
              <a:t>Missing rainfall</a:t>
            </a:r>
            <a:endParaRPr/>
          </a:p>
        </p:txBody>
      </p:sp>
      <p:sp>
        <p:nvSpPr>
          <p:cNvPr id="369220761" name="TextBox 14"/>
          <p:cNvSpPr txBox="1"/>
          <p:nvPr/>
        </p:nvSpPr>
        <p:spPr bwMode="auto">
          <a:xfrm>
            <a:off x="1261872" y="6044184"/>
            <a:ext cx="2194560" cy="502920"/>
          </a:xfrm>
          <a:prstGeom prst="rect">
            <a:avLst/>
          </a:prstGeom>
          <a:noFill/>
        </p:spPr>
        <p:txBody>
          <a:bodyPr wrap="none">
            <a:spAutoFit/>
          </a:bodyPr>
          <a:lstStyle/>
          <a:p>
            <a:pPr>
              <a:defRPr sz="2400" b="1">
                <a:solidFill>
                  <a:srgbClr val="1C3141"/>
                </a:solidFill>
              </a:defRPr>
            </a:pPr>
            <a:r>
              <a:rPr/>
              <a:t>48 cells</a:t>
            </a:r>
            <a:endParaRPr/>
          </a:p>
        </p:txBody>
      </p:sp>
      <p:sp>
        <p:nvSpPr>
          <p:cNvPr id="371329504" name="TextBox 15"/>
          <p:cNvSpPr txBox="1"/>
          <p:nvPr/>
        </p:nvSpPr>
        <p:spPr bwMode="auto">
          <a:xfrm>
            <a:off x="1261872" y="6556248"/>
            <a:ext cx="2194560" cy="347472"/>
          </a:xfrm>
          <a:prstGeom prst="rect">
            <a:avLst/>
          </a:prstGeom>
          <a:noFill/>
        </p:spPr>
        <p:txBody>
          <a:bodyPr wrap="none">
            <a:spAutoFit/>
          </a:bodyPr>
          <a:lstStyle/>
          <a:p>
            <a:pPr>
              <a:defRPr sz="1000">
                <a:solidFill>
                  <a:srgbClr val="556068"/>
                </a:solidFill>
              </a:defRPr>
            </a:pPr>
            <a:r>
              <a:rPr/>
              <a:t>Median filled</a:t>
            </a:r>
            <a:endParaRPr/>
          </a:p>
        </p:txBody>
      </p:sp>
      <p:sp>
        <p:nvSpPr>
          <p:cNvPr id="578363491" name="Rounded Rectangle 16"/>
          <p:cNvSpPr/>
          <p:nvPr/>
        </p:nvSpPr>
        <p:spPr bwMode="auto">
          <a:xfrm>
            <a:off x="3794760" y="5623560"/>
            <a:ext cx="2468880" cy="914400"/>
          </a:xfrm>
          <a:prstGeom prst="roundRect">
            <a:avLst>
              <a:gd name="adj" fmla="val 16667"/>
            </a:avLst>
          </a:prstGeom>
          <a:solidFill>
            <a:srgbClr val="FFFFFF"/>
          </a:solidFill>
          <a:ln>
            <a:solidFill>
              <a:srgbClr val="D2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64850494" name="Rectangle 17"/>
          <p:cNvSpPr/>
          <p:nvPr/>
        </p:nvSpPr>
        <p:spPr bwMode="auto">
          <a:xfrm>
            <a:off x="3794760" y="5623560"/>
            <a:ext cx="73152" cy="914400"/>
          </a:xfrm>
          <a:prstGeom prst="rect">
            <a:avLst/>
          </a:prstGeom>
          <a:solidFill>
            <a:srgbClr val="329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25364957" name="TextBox 18"/>
          <p:cNvSpPr txBox="1"/>
          <p:nvPr/>
        </p:nvSpPr>
        <p:spPr bwMode="auto">
          <a:xfrm>
            <a:off x="3959352" y="5733288"/>
            <a:ext cx="2194560" cy="274320"/>
          </a:xfrm>
          <a:prstGeom prst="rect">
            <a:avLst/>
          </a:prstGeom>
          <a:noFill/>
        </p:spPr>
        <p:txBody>
          <a:bodyPr wrap="none">
            <a:spAutoFit/>
          </a:bodyPr>
          <a:lstStyle/>
          <a:p>
            <a:pPr>
              <a:defRPr sz="1100" b="1">
                <a:solidFill>
                  <a:srgbClr val="556068"/>
                </a:solidFill>
              </a:defRPr>
            </a:pPr>
            <a:r>
              <a:rPr/>
              <a:t>Missing soil moisture</a:t>
            </a:r>
            <a:endParaRPr/>
          </a:p>
        </p:txBody>
      </p:sp>
      <p:sp>
        <p:nvSpPr>
          <p:cNvPr id="1263315071" name="TextBox 19"/>
          <p:cNvSpPr txBox="1"/>
          <p:nvPr/>
        </p:nvSpPr>
        <p:spPr bwMode="auto">
          <a:xfrm>
            <a:off x="3959352" y="6044184"/>
            <a:ext cx="2194560" cy="502920"/>
          </a:xfrm>
          <a:prstGeom prst="rect">
            <a:avLst/>
          </a:prstGeom>
          <a:noFill/>
        </p:spPr>
        <p:txBody>
          <a:bodyPr wrap="none">
            <a:spAutoFit/>
          </a:bodyPr>
          <a:lstStyle/>
          <a:p>
            <a:pPr>
              <a:defRPr sz="2400" b="1">
                <a:solidFill>
                  <a:srgbClr val="1C3141"/>
                </a:solidFill>
              </a:defRPr>
            </a:pPr>
            <a:r>
              <a:rPr/>
              <a:t>40 cells</a:t>
            </a:r>
            <a:endParaRPr/>
          </a:p>
        </p:txBody>
      </p:sp>
      <p:sp>
        <p:nvSpPr>
          <p:cNvPr id="1969937025" name="TextBox 20"/>
          <p:cNvSpPr txBox="1"/>
          <p:nvPr/>
        </p:nvSpPr>
        <p:spPr bwMode="auto">
          <a:xfrm>
            <a:off x="3959352" y="6556248"/>
            <a:ext cx="2194560" cy="347472"/>
          </a:xfrm>
          <a:prstGeom prst="rect">
            <a:avLst/>
          </a:prstGeom>
          <a:noFill/>
        </p:spPr>
        <p:txBody>
          <a:bodyPr wrap="none">
            <a:spAutoFit/>
          </a:bodyPr>
          <a:lstStyle/>
          <a:p>
            <a:pPr>
              <a:defRPr sz="1000">
                <a:solidFill>
                  <a:srgbClr val="556068"/>
                </a:solidFill>
              </a:defRPr>
            </a:pPr>
            <a:r>
              <a:rPr/>
              <a:t>Median filled</a:t>
            </a:r>
            <a:endParaRPr/>
          </a:p>
        </p:txBody>
      </p:sp>
      <p:sp>
        <p:nvSpPr>
          <p:cNvPr id="937244947" name="Rounded Rectangle 21"/>
          <p:cNvSpPr/>
          <p:nvPr/>
        </p:nvSpPr>
        <p:spPr bwMode="auto">
          <a:xfrm>
            <a:off x="6492240" y="5623560"/>
            <a:ext cx="2468880" cy="914400"/>
          </a:xfrm>
          <a:prstGeom prst="roundRect">
            <a:avLst>
              <a:gd name="adj" fmla="val 16667"/>
            </a:avLst>
          </a:prstGeom>
          <a:solidFill>
            <a:srgbClr val="FFFFFF"/>
          </a:solidFill>
          <a:ln>
            <a:solidFill>
              <a:srgbClr val="D2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18119964" name="Rectangle 22"/>
          <p:cNvSpPr/>
          <p:nvPr/>
        </p:nvSpPr>
        <p:spPr bwMode="auto">
          <a:xfrm>
            <a:off x="6492240" y="5623560"/>
            <a:ext cx="73152" cy="914400"/>
          </a:xfrm>
          <a:prstGeom prst="rect">
            <a:avLst/>
          </a:prstGeom>
          <a:solidFill>
            <a:srgbClr val="1F60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29678540" name="TextBox 23"/>
          <p:cNvSpPr txBox="1"/>
          <p:nvPr/>
        </p:nvSpPr>
        <p:spPr bwMode="auto">
          <a:xfrm>
            <a:off x="6656831" y="5733288"/>
            <a:ext cx="2194560" cy="274320"/>
          </a:xfrm>
          <a:prstGeom prst="rect">
            <a:avLst/>
          </a:prstGeom>
          <a:noFill/>
        </p:spPr>
        <p:txBody>
          <a:bodyPr wrap="none">
            <a:spAutoFit/>
          </a:bodyPr>
          <a:lstStyle/>
          <a:p>
            <a:pPr>
              <a:defRPr sz="1100" b="1">
                <a:solidFill>
                  <a:srgbClr val="556068"/>
                </a:solidFill>
              </a:defRPr>
            </a:pPr>
            <a:r>
              <a:rPr/>
              <a:t>Missing yield</a:t>
            </a:r>
            <a:endParaRPr/>
          </a:p>
        </p:txBody>
      </p:sp>
      <p:sp>
        <p:nvSpPr>
          <p:cNvPr id="402558690" name="TextBox 24"/>
          <p:cNvSpPr txBox="1"/>
          <p:nvPr/>
        </p:nvSpPr>
        <p:spPr bwMode="auto">
          <a:xfrm>
            <a:off x="6656831" y="6044184"/>
            <a:ext cx="2194560" cy="502920"/>
          </a:xfrm>
          <a:prstGeom prst="rect">
            <a:avLst/>
          </a:prstGeom>
          <a:noFill/>
        </p:spPr>
        <p:txBody>
          <a:bodyPr wrap="none">
            <a:spAutoFit/>
          </a:bodyPr>
          <a:lstStyle/>
          <a:p>
            <a:pPr>
              <a:defRPr sz="2400" b="1">
                <a:solidFill>
                  <a:srgbClr val="1C3141"/>
                </a:solidFill>
              </a:defRPr>
            </a:pPr>
            <a:r>
              <a:rPr/>
              <a:t>32 cells</a:t>
            </a:r>
            <a:endParaRPr/>
          </a:p>
        </p:txBody>
      </p:sp>
      <p:sp>
        <p:nvSpPr>
          <p:cNvPr id="145601489" name="TextBox 25"/>
          <p:cNvSpPr txBox="1"/>
          <p:nvPr/>
        </p:nvSpPr>
        <p:spPr bwMode="auto">
          <a:xfrm>
            <a:off x="6656831" y="6556248"/>
            <a:ext cx="2194560" cy="347472"/>
          </a:xfrm>
          <a:prstGeom prst="rect">
            <a:avLst/>
          </a:prstGeom>
          <a:noFill/>
        </p:spPr>
        <p:txBody>
          <a:bodyPr wrap="none">
            <a:spAutoFit/>
          </a:bodyPr>
          <a:lstStyle/>
          <a:p>
            <a:pPr>
              <a:defRPr sz="1000">
                <a:solidFill>
                  <a:srgbClr val="556068"/>
                </a:solidFill>
              </a:defRPr>
            </a:pPr>
            <a:r>
              <a:rPr/>
              <a:t>Reconstructed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46132264" name="Picture 4"/>
          <p:cNvPicPr>
            <a:picLocks noChangeAspect="1"/>
          </p:cNvPicPr>
          <p:nvPr/>
        </p:nvPicPr>
        <p:blipFill rotWithShape="1">
          <a:blip r:embed="rId3"/>
          <a:srcRect l="0" t="96181" r="0" b="0"/>
          <a:stretch/>
        </p:blipFill>
        <p:spPr bwMode="auto">
          <a:xfrm>
            <a:off x="675957" y="6471919"/>
            <a:ext cx="2143125" cy="193040"/>
          </a:xfrm>
          <a:prstGeom prst="rect">
            <a:avLst/>
          </a:prstGeom>
        </p:spPr>
      </p:pic>
      <p:sp>
        <p:nvSpPr>
          <p:cNvPr id="966435253" name="Text Placeholder 30"/>
          <p:cNvSpPr txBox="1"/>
          <p:nvPr/>
        </p:nvSpPr>
        <p:spPr bwMode="auto">
          <a:xfrm>
            <a:off x="320982" y="1275371"/>
            <a:ext cx="3343561" cy="666078"/>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1600">
                <a:solidFill>
                  <a:schemeClr val="tx1"/>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sz="2000"/>
          </a:p>
        </p:txBody>
      </p:sp>
      <p:sp>
        <p:nvSpPr>
          <p:cNvPr id="1206086865" name="Text Placeholder 30"/>
          <p:cNvSpPr txBox="1"/>
          <p:nvPr/>
        </p:nvSpPr>
        <p:spPr bwMode="auto">
          <a:xfrm>
            <a:off x="4345694" y="1275371"/>
            <a:ext cx="3343561" cy="666078"/>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1600">
                <a:solidFill>
                  <a:schemeClr val="tx1"/>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sz="2000"/>
          </a:p>
        </p:txBody>
      </p:sp>
      <p:sp>
        <p:nvSpPr>
          <p:cNvPr id="1301745211" name="TextBox 8"/>
          <p:cNvSpPr txBox="1"/>
          <p:nvPr/>
        </p:nvSpPr>
        <p:spPr bwMode="auto">
          <a:xfrm>
            <a:off x="658368" y="347472"/>
            <a:ext cx="8778240" cy="640080"/>
          </a:xfrm>
          <a:prstGeom prst="rect">
            <a:avLst/>
          </a:prstGeom>
          <a:noFill/>
        </p:spPr>
        <p:txBody>
          <a:bodyPr wrap="none">
            <a:spAutoFit/>
          </a:bodyPr>
          <a:lstStyle/>
          <a:p>
            <a:pPr>
              <a:defRPr sz="2800" b="1">
                <a:solidFill>
                  <a:srgbClr val="000000"/>
                </a:solidFill>
                <a:latin typeface="Arial"/>
              </a:defRPr>
            </a:pPr>
            <a:r>
              <a:rPr/>
              <a:t>RESULTS — SEASON &amp; CROP ANALYSIS</a:t>
            </a:r>
            <a:endParaRPr/>
          </a:p>
        </p:txBody>
      </p:sp>
      <p:pic>
        <p:nvPicPr>
          <p:cNvPr id="852983773" name="Picture 10" descr="season_yield.png"/>
          <p:cNvPicPr>
            <a:picLocks noChangeAspect="1"/>
          </p:cNvPicPr>
          <p:nvPr/>
        </p:nvPicPr>
        <p:blipFill rotWithShape="1">
          <a:blip r:embed="rId4"/>
          <a:stretch/>
        </p:blipFill>
        <p:spPr bwMode="auto">
          <a:xfrm flipH="0" flipV="0">
            <a:off x="436879" y="1608409"/>
            <a:ext cx="4023360" cy="3185839"/>
          </a:xfrm>
          <a:prstGeom prst="rect">
            <a:avLst/>
          </a:prstGeom>
        </p:spPr>
      </p:pic>
      <p:pic>
        <p:nvPicPr>
          <p:cNvPr id="610970232" name="Picture 11" descr="season_profit.png"/>
          <p:cNvPicPr>
            <a:picLocks noChangeAspect="1"/>
          </p:cNvPicPr>
          <p:nvPr/>
        </p:nvPicPr>
        <p:blipFill rotWithShape="1">
          <a:blip r:embed="rId5"/>
          <a:stretch/>
        </p:blipFill>
        <p:spPr bwMode="auto">
          <a:xfrm flipH="0" flipV="0">
            <a:off x="5580379" y="1666874"/>
            <a:ext cx="4023360" cy="3174999"/>
          </a:xfrm>
          <a:prstGeom prst="rect">
            <a:avLst/>
          </a:prstGeom>
        </p:spPr>
      </p:pic>
      <p:sp>
        <p:nvSpPr>
          <p:cNvPr id="827714935" name="TextBox 12"/>
          <p:cNvSpPr txBox="1"/>
          <p:nvPr/>
        </p:nvSpPr>
        <p:spPr bwMode="auto">
          <a:xfrm flipH="0" flipV="0">
            <a:off x="675956" y="5192394"/>
            <a:ext cx="8248497" cy="305159"/>
          </a:xfrm>
          <a:prstGeom prst="rect">
            <a:avLst/>
          </a:prstGeom>
          <a:noFill/>
        </p:spPr>
        <p:txBody>
          <a:bodyPr wrap="square">
            <a:spAutoFit/>
          </a:bodyPr>
          <a:lstStyle/>
          <a:p>
            <a:pPr algn="ctr">
              <a:defRPr sz="1100">
                <a:solidFill>
                  <a:srgbClr val="556068"/>
                </a:solidFill>
                <a:latin typeface="Arial"/>
              </a:defRPr>
            </a:pPr>
            <a:r>
              <a:rPr sz="1400"/>
              <a:t>Season-wise aggregation and visual comparison.</a:t>
            </a: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806881045" name="Picture 4"/>
          <p:cNvPicPr>
            <a:picLocks noChangeAspect="1"/>
          </p:cNvPicPr>
          <p:nvPr/>
        </p:nvPicPr>
        <p:blipFill rotWithShape="1">
          <a:blip r:embed="rId3"/>
          <a:srcRect l="0" t="96181" r="0" b="0"/>
          <a:stretch/>
        </p:blipFill>
        <p:spPr bwMode="auto">
          <a:xfrm>
            <a:off x="675957" y="6471919"/>
            <a:ext cx="2143125" cy="193040"/>
          </a:xfrm>
          <a:prstGeom prst="rect">
            <a:avLst/>
          </a:prstGeom>
        </p:spPr>
      </p:pic>
      <p:sp>
        <p:nvSpPr>
          <p:cNvPr id="19058665" name="Text Placeholder 30"/>
          <p:cNvSpPr txBox="1"/>
          <p:nvPr/>
        </p:nvSpPr>
        <p:spPr bwMode="auto">
          <a:xfrm>
            <a:off x="320982" y="1275371"/>
            <a:ext cx="3343561" cy="666078"/>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1600">
                <a:solidFill>
                  <a:schemeClr val="tx1"/>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sz="2000"/>
          </a:p>
        </p:txBody>
      </p:sp>
      <p:sp>
        <p:nvSpPr>
          <p:cNvPr id="1538432310" name="Text Placeholder 30"/>
          <p:cNvSpPr txBox="1"/>
          <p:nvPr/>
        </p:nvSpPr>
        <p:spPr bwMode="auto">
          <a:xfrm>
            <a:off x="4345694" y="1275371"/>
            <a:ext cx="3343561" cy="666078"/>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1600">
                <a:solidFill>
                  <a:schemeClr val="tx1"/>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sz="2000"/>
          </a:p>
        </p:txBody>
      </p:sp>
      <p:sp>
        <p:nvSpPr>
          <p:cNvPr id="913630462" name="TextBox 8"/>
          <p:cNvSpPr txBox="1"/>
          <p:nvPr/>
        </p:nvSpPr>
        <p:spPr bwMode="auto">
          <a:xfrm>
            <a:off x="658368" y="347472"/>
            <a:ext cx="8778240" cy="640080"/>
          </a:xfrm>
          <a:prstGeom prst="rect">
            <a:avLst/>
          </a:prstGeom>
          <a:noFill/>
        </p:spPr>
        <p:txBody>
          <a:bodyPr wrap="none">
            <a:spAutoFit/>
          </a:bodyPr>
          <a:lstStyle/>
          <a:p>
            <a:pPr>
              <a:defRPr sz="2800" b="1">
                <a:solidFill>
                  <a:srgbClr val="000000"/>
                </a:solidFill>
                <a:latin typeface="Arial"/>
              </a:defRPr>
            </a:pPr>
            <a:r>
              <a:rPr/>
              <a:t>RESULTS — CORRELATION &amp; STATISTICS</a:t>
            </a:r>
            <a:endParaRPr/>
          </a:p>
        </p:txBody>
      </p:sp>
      <p:sp>
        <p:nvSpPr>
          <p:cNvPr id="738263276" name="TextBox 11"/>
          <p:cNvSpPr txBox="1"/>
          <p:nvPr/>
        </p:nvSpPr>
        <p:spPr bwMode="auto">
          <a:xfrm flipH="0" flipV="0">
            <a:off x="320981" y="5278119"/>
            <a:ext cx="7211345" cy="960480"/>
          </a:xfrm>
          <a:prstGeom prst="rect">
            <a:avLst/>
          </a:prstGeom>
          <a:noFill/>
        </p:spPr>
        <p:txBody>
          <a:bodyPr wrap="square">
            <a:spAutoFit/>
          </a:bodyPr>
          <a:lstStyle/>
          <a:p>
            <a:pPr>
              <a:spcAft>
                <a:spcPts val="900"/>
              </a:spcAft>
              <a:defRPr sz="1400">
                <a:solidFill>
                  <a:srgbClr val="1C3141"/>
                </a:solidFill>
                <a:latin typeface="Arial"/>
              </a:defRPr>
            </a:pPr>
            <a:r>
              <a:rPr/>
              <a:t>• Water used had the strongest positive correlation with yield (r ≈ 0.39).</a:t>
            </a:r>
            <a:endParaRPr/>
          </a:p>
          <a:p>
            <a:pPr>
              <a:spcAft>
                <a:spcPts val="900"/>
              </a:spcAft>
              <a:defRPr sz="1400">
                <a:solidFill>
                  <a:srgbClr val="1C3141"/>
                </a:solidFill>
                <a:latin typeface="Arial"/>
              </a:defRPr>
            </a:pPr>
            <a:r>
              <a:rPr/>
              <a:t>• Kruskal–Wallis detected significant seasonal differences for yield and profit (p &lt; 0.001).</a:t>
            </a:r>
            <a:endParaRPr/>
          </a:p>
          <a:p>
            <a:pPr>
              <a:spcAft>
                <a:spcPts val="900"/>
              </a:spcAft>
              <a:defRPr sz="1400">
                <a:solidFill>
                  <a:srgbClr val="1C3141"/>
                </a:solidFill>
                <a:latin typeface="Arial"/>
              </a:defRPr>
            </a:pPr>
            <a:r>
              <a:rPr/>
              <a:t>• ANOVA detected a significant seasonal difference for profit, but not yield.</a:t>
            </a:r>
            <a:endParaRPr/>
          </a:p>
        </p:txBody>
      </p:sp>
      <p:pic>
        <p:nvPicPr>
          <p:cNvPr id="2130841581" name=""/>
          <p:cNvPicPr>
            <a:picLocks noChangeAspect="1"/>
          </p:cNvPicPr>
          <p:nvPr/>
        </p:nvPicPr>
        <p:blipFill rotWithShape="1">
          <a:blip r:embed="rId4"/>
          <a:stretch/>
        </p:blipFill>
        <p:spPr bwMode="auto">
          <a:xfrm flipH="0" flipV="0">
            <a:off x="6017474" y="798784"/>
            <a:ext cx="4683745" cy="4013199"/>
          </a:xfrm>
          <a:prstGeom prst="rect">
            <a:avLst/>
          </a:prstGeom>
        </p:spPr>
      </p:pic>
      <p:pic>
        <p:nvPicPr>
          <p:cNvPr id="1278527589" name=""/>
          <p:cNvPicPr>
            <a:picLocks noChangeAspect="1"/>
          </p:cNvPicPr>
          <p:nvPr/>
        </p:nvPicPr>
        <p:blipFill rotWithShape="1">
          <a:blip r:embed="rId5"/>
          <a:stretch/>
        </p:blipFill>
        <p:spPr bwMode="auto">
          <a:xfrm flipH="0" flipV="0">
            <a:off x="163512" y="798784"/>
            <a:ext cx="5489612" cy="409071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11542752" name="Picture 4"/>
          <p:cNvPicPr>
            <a:picLocks noChangeAspect="1"/>
          </p:cNvPicPr>
          <p:nvPr/>
        </p:nvPicPr>
        <p:blipFill rotWithShape="1">
          <a:blip r:embed="rId3"/>
          <a:srcRect l="0" t="96181" r="0" b="0"/>
          <a:stretch/>
        </p:blipFill>
        <p:spPr bwMode="auto">
          <a:xfrm>
            <a:off x="675957" y="6471919"/>
            <a:ext cx="2143125" cy="193040"/>
          </a:xfrm>
          <a:prstGeom prst="rect">
            <a:avLst/>
          </a:prstGeom>
        </p:spPr>
      </p:pic>
      <p:sp>
        <p:nvSpPr>
          <p:cNvPr id="1408358649" name="Text Placeholder 30"/>
          <p:cNvSpPr txBox="1"/>
          <p:nvPr/>
        </p:nvSpPr>
        <p:spPr bwMode="auto">
          <a:xfrm>
            <a:off x="320982" y="1275371"/>
            <a:ext cx="3343561" cy="666078"/>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1600">
                <a:solidFill>
                  <a:schemeClr val="tx1"/>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sz="2000"/>
          </a:p>
        </p:txBody>
      </p:sp>
      <p:sp>
        <p:nvSpPr>
          <p:cNvPr id="84580660" name="Text Placeholder 30"/>
          <p:cNvSpPr txBox="1"/>
          <p:nvPr/>
        </p:nvSpPr>
        <p:spPr bwMode="auto">
          <a:xfrm>
            <a:off x="4345694" y="1275371"/>
            <a:ext cx="3343561" cy="666078"/>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1600">
                <a:solidFill>
                  <a:schemeClr val="tx1"/>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sz="2000"/>
          </a:p>
        </p:txBody>
      </p:sp>
      <p:sp>
        <p:nvSpPr>
          <p:cNvPr id="1052211834" name="TextBox 8"/>
          <p:cNvSpPr txBox="1"/>
          <p:nvPr/>
        </p:nvSpPr>
        <p:spPr bwMode="auto">
          <a:xfrm>
            <a:off x="658368" y="347472"/>
            <a:ext cx="8778240" cy="640080"/>
          </a:xfrm>
          <a:prstGeom prst="rect">
            <a:avLst/>
          </a:prstGeom>
          <a:noFill/>
        </p:spPr>
        <p:txBody>
          <a:bodyPr wrap="none">
            <a:spAutoFit/>
          </a:bodyPr>
          <a:lstStyle/>
          <a:p>
            <a:pPr>
              <a:defRPr sz="2800" b="1">
                <a:solidFill>
                  <a:srgbClr val="000000"/>
                </a:solidFill>
                <a:latin typeface="Arial"/>
              </a:defRPr>
            </a:pPr>
            <a:r>
              <a:rPr/>
              <a:t>RESULTS — IRRIGATION &amp; REGIONAL ANALYSIS</a:t>
            </a:r>
            <a:endParaRPr/>
          </a:p>
        </p:txBody>
      </p:sp>
      <p:pic>
        <p:nvPicPr>
          <p:cNvPr id="1427072383" name="Picture 9" descr="code_crop.png"/>
          <p:cNvPicPr>
            <a:picLocks noChangeAspect="1"/>
          </p:cNvPicPr>
          <p:nvPr/>
        </p:nvPicPr>
        <p:blipFill rotWithShape="1">
          <a:blip r:embed="rId4"/>
          <a:stretch/>
        </p:blipFill>
        <p:spPr bwMode="auto">
          <a:xfrm>
            <a:off x="523239" y="1608409"/>
            <a:ext cx="4709160" cy="2880360"/>
          </a:xfrm>
          <a:prstGeom prst="rect">
            <a:avLst/>
          </a:prstGeom>
        </p:spPr>
      </p:pic>
      <p:pic>
        <p:nvPicPr>
          <p:cNvPr id="1199469512" name="Picture 10" descr="irrigation_yield.png"/>
          <p:cNvPicPr>
            <a:picLocks noChangeAspect="1"/>
          </p:cNvPicPr>
          <p:nvPr/>
        </p:nvPicPr>
        <p:blipFill rotWithShape="1">
          <a:blip r:embed="rId5"/>
          <a:stretch/>
        </p:blipFill>
        <p:spPr bwMode="auto">
          <a:xfrm>
            <a:off x="5806440" y="1280160"/>
            <a:ext cx="4206240" cy="2148840"/>
          </a:xfrm>
          <a:prstGeom prst="rect">
            <a:avLst/>
          </a:prstGeom>
        </p:spPr>
      </p:pic>
      <p:sp>
        <p:nvSpPr>
          <p:cNvPr id="752437562" name="TextBox 11"/>
          <p:cNvSpPr txBox="1"/>
          <p:nvPr/>
        </p:nvSpPr>
        <p:spPr bwMode="auto">
          <a:xfrm>
            <a:off x="5806440" y="3657600"/>
            <a:ext cx="4206240" cy="2103120"/>
          </a:xfrm>
          <a:prstGeom prst="rect">
            <a:avLst/>
          </a:prstGeom>
          <a:noFill/>
        </p:spPr>
        <p:txBody>
          <a:bodyPr wrap="square">
            <a:spAutoFit/>
          </a:bodyPr>
          <a:lstStyle/>
          <a:p>
            <a:pPr>
              <a:spcAft>
                <a:spcPts val="900"/>
              </a:spcAft>
              <a:defRPr sz="1400">
                <a:solidFill>
                  <a:srgbClr val="1C3141"/>
                </a:solidFill>
                <a:latin typeface="Arial"/>
              </a:defRPr>
            </a:pPr>
            <a:r>
              <a:rPr/>
              <a:t>• Drip: highest average yield (6.68 t/ha) and profit (₹219,626).</a:t>
            </a:r>
            <a:endParaRPr/>
          </a:p>
          <a:p>
            <a:pPr>
              <a:spcAft>
                <a:spcPts val="900"/>
              </a:spcAft>
              <a:defRPr sz="1400">
                <a:solidFill>
                  <a:srgbClr val="1C3141"/>
                </a:solidFill>
                <a:latin typeface="Arial"/>
              </a:defRPr>
            </a:pPr>
            <a:r>
              <a:rPr/>
              <a:t>• Rainfed: highest average water-efficiency value (7.56 t/1,000 m³).</a:t>
            </a:r>
            <a:endParaRPr/>
          </a:p>
          <a:p>
            <a:pPr>
              <a:spcAft>
                <a:spcPts val="900"/>
              </a:spcAft>
              <a:defRPr sz="1400">
                <a:solidFill>
                  <a:srgbClr val="1C3141"/>
                </a:solidFill>
                <a:latin typeface="Arial"/>
              </a:defRPr>
            </a:pPr>
            <a:r>
              <a:rPr/>
              <a:t>• Analysis also compared 8 states, 10 districts and 8 crops.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48085970" name="Picture 4"/>
          <p:cNvPicPr>
            <a:picLocks noChangeAspect="1"/>
          </p:cNvPicPr>
          <p:nvPr/>
        </p:nvPicPr>
        <p:blipFill rotWithShape="1">
          <a:blip r:embed="rId3"/>
          <a:srcRect l="0" t="96181" r="0" b="0"/>
          <a:stretch/>
        </p:blipFill>
        <p:spPr bwMode="auto">
          <a:xfrm>
            <a:off x="675957" y="6471919"/>
            <a:ext cx="2143125" cy="193040"/>
          </a:xfrm>
          <a:prstGeom prst="rect">
            <a:avLst/>
          </a:prstGeom>
        </p:spPr>
      </p:pic>
      <p:sp>
        <p:nvSpPr>
          <p:cNvPr id="1613857793" name="Text Placeholder 30"/>
          <p:cNvSpPr txBox="1"/>
          <p:nvPr/>
        </p:nvSpPr>
        <p:spPr bwMode="auto">
          <a:xfrm>
            <a:off x="320982" y="1275371"/>
            <a:ext cx="3343561" cy="666078"/>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1600">
                <a:solidFill>
                  <a:schemeClr val="tx1"/>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sz="2000"/>
          </a:p>
        </p:txBody>
      </p:sp>
      <p:sp>
        <p:nvSpPr>
          <p:cNvPr id="1477464647" name="Text Placeholder 30"/>
          <p:cNvSpPr txBox="1"/>
          <p:nvPr/>
        </p:nvSpPr>
        <p:spPr bwMode="auto">
          <a:xfrm>
            <a:off x="4345694" y="1275371"/>
            <a:ext cx="3343561" cy="666078"/>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1600">
                <a:solidFill>
                  <a:schemeClr val="tx1"/>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sz="2000"/>
          </a:p>
        </p:txBody>
      </p:sp>
      <p:sp>
        <p:nvSpPr>
          <p:cNvPr id="74625562" name="TextBox 8"/>
          <p:cNvSpPr txBox="1"/>
          <p:nvPr/>
        </p:nvSpPr>
        <p:spPr bwMode="auto">
          <a:xfrm>
            <a:off x="658368" y="347472"/>
            <a:ext cx="8778240" cy="640080"/>
          </a:xfrm>
          <a:prstGeom prst="rect">
            <a:avLst/>
          </a:prstGeom>
          <a:noFill/>
        </p:spPr>
        <p:txBody>
          <a:bodyPr wrap="none">
            <a:spAutoFit/>
          </a:bodyPr>
          <a:lstStyle/>
          <a:p>
            <a:pPr>
              <a:defRPr sz="2800" b="1">
                <a:solidFill>
                  <a:srgbClr val="000000"/>
                </a:solidFill>
                <a:latin typeface="Arial"/>
              </a:defRPr>
            </a:pPr>
            <a:r>
              <a:rPr/>
              <a:t>FUTURE SCOPE</a:t>
            </a:r>
            <a:endParaRPr/>
          </a:p>
        </p:txBody>
      </p:sp>
      <p:sp>
        <p:nvSpPr>
          <p:cNvPr id="59402290" name="TextBox 9"/>
          <p:cNvSpPr txBox="1"/>
          <p:nvPr/>
        </p:nvSpPr>
        <p:spPr bwMode="auto">
          <a:xfrm>
            <a:off x="868680" y="1417319"/>
            <a:ext cx="8961479" cy="3475080"/>
          </a:xfrm>
          <a:prstGeom prst="rect">
            <a:avLst/>
          </a:prstGeom>
          <a:noFill/>
        </p:spPr>
        <p:txBody>
          <a:bodyPr wrap="square">
            <a:spAutoFit/>
          </a:bodyPr>
          <a:lstStyle/>
          <a:p>
            <a:pPr>
              <a:spcAft>
                <a:spcPts val="900"/>
              </a:spcAft>
              <a:defRPr sz="1900">
                <a:solidFill>
                  <a:srgbClr val="1C3141"/>
                </a:solidFill>
                <a:latin typeface="Arial"/>
              </a:defRPr>
            </a:pPr>
            <a:r>
              <a:rPr sz="2400"/>
              <a:t>• Add more years of data to study long-term seasonal trends.</a:t>
            </a:r>
            <a:endParaRPr sz="2400"/>
          </a:p>
          <a:p>
            <a:pPr>
              <a:spcAft>
                <a:spcPts val="900"/>
              </a:spcAft>
              <a:defRPr sz="1900">
                <a:solidFill>
                  <a:srgbClr val="1C3141"/>
                </a:solidFill>
                <a:latin typeface="Arial"/>
              </a:defRPr>
            </a:pPr>
            <a:r>
              <a:rPr sz="2400"/>
              <a:t>• Include richer weather and soil datasets for deeper environmental analysis.</a:t>
            </a:r>
            <a:endParaRPr sz="2400"/>
          </a:p>
          <a:p>
            <a:pPr>
              <a:spcAft>
                <a:spcPts val="900"/>
              </a:spcAft>
              <a:defRPr sz="1900">
                <a:solidFill>
                  <a:srgbClr val="1C3141"/>
                </a:solidFill>
                <a:latin typeface="Arial"/>
              </a:defRPr>
            </a:pPr>
            <a:r>
              <a:rPr sz="2400"/>
              <a:t>• Build predictive models for yield and profit forecasting.</a:t>
            </a:r>
            <a:endParaRPr sz="2400"/>
          </a:p>
          <a:p>
            <a:pPr>
              <a:spcAft>
                <a:spcPts val="900"/>
              </a:spcAft>
              <a:defRPr sz="1900">
                <a:solidFill>
                  <a:srgbClr val="1C3141"/>
                </a:solidFill>
                <a:latin typeface="Arial"/>
              </a:defRPr>
            </a:pPr>
            <a:r>
              <a:rPr sz="2400"/>
              <a:t>• Develop an interactive dashboard for farmers and agricultural planners.</a:t>
            </a:r>
            <a:endParaRPr sz="2400"/>
          </a:p>
          <a:p>
            <a:pPr>
              <a:spcAft>
                <a:spcPts val="900"/>
              </a:spcAft>
              <a:defRPr sz="1900">
                <a:solidFill>
                  <a:srgbClr val="1C3141"/>
                </a:solidFill>
                <a:latin typeface="Arial"/>
              </a:defRPr>
            </a:pPr>
            <a:r>
              <a:rPr sz="2400"/>
              <a:t>• Validate findings with local agronomic knowledge and real-world field data.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94456424" name="Picture 4"/>
          <p:cNvPicPr>
            <a:picLocks noChangeAspect="1"/>
          </p:cNvPicPr>
          <p:nvPr/>
        </p:nvPicPr>
        <p:blipFill rotWithShape="1">
          <a:blip r:embed="rId3"/>
          <a:srcRect l="0" t="96181" r="0" b="0"/>
          <a:stretch/>
        </p:blipFill>
        <p:spPr bwMode="auto">
          <a:xfrm>
            <a:off x="675957" y="6471919"/>
            <a:ext cx="2143125" cy="193040"/>
          </a:xfrm>
          <a:prstGeom prst="rect">
            <a:avLst/>
          </a:prstGeom>
        </p:spPr>
      </p:pic>
      <p:sp>
        <p:nvSpPr>
          <p:cNvPr id="1759509054" name="Text Placeholder 30"/>
          <p:cNvSpPr txBox="1"/>
          <p:nvPr/>
        </p:nvSpPr>
        <p:spPr bwMode="auto">
          <a:xfrm>
            <a:off x="320982" y="1275371"/>
            <a:ext cx="3343561" cy="666078"/>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1600">
                <a:solidFill>
                  <a:schemeClr val="tx1"/>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sz="2000"/>
          </a:p>
        </p:txBody>
      </p:sp>
      <p:sp>
        <p:nvSpPr>
          <p:cNvPr id="2117823599" name="Text Placeholder 30"/>
          <p:cNvSpPr txBox="1"/>
          <p:nvPr/>
        </p:nvSpPr>
        <p:spPr bwMode="auto">
          <a:xfrm>
            <a:off x="4345694" y="1275371"/>
            <a:ext cx="3343561" cy="666078"/>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1600">
                <a:solidFill>
                  <a:schemeClr val="tx1"/>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sz="2000"/>
          </a:p>
        </p:txBody>
      </p:sp>
      <p:sp>
        <p:nvSpPr>
          <p:cNvPr id="132638112" name="TextBox 8"/>
          <p:cNvSpPr txBox="1"/>
          <p:nvPr/>
        </p:nvSpPr>
        <p:spPr bwMode="auto">
          <a:xfrm>
            <a:off x="658368" y="347472"/>
            <a:ext cx="8778240" cy="640080"/>
          </a:xfrm>
          <a:prstGeom prst="rect">
            <a:avLst/>
          </a:prstGeom>
          <a:noFill/>
        </p:spPr>
        <p:txBody>
          <a:bodyPr wrap="none">
            <a:spAutoFit/>
          </a:bodyPr>
          <a:lstStyle/>
          <a:p>
            <a:pPr>
              <a:defRPr sz="2800" b="1">
                <a:solidFill>
                  <a:srgbClr val="000000"/>
                </a:solidFill>
                <a:latin typeface="Arial"/>
              </a:defRPr>
            </a:pPr>
            <a:r>
              <a:rPr/>
              <a:t>GITHUB LINK</a:t>
            </a:r>
            <a:endParaRPr/>
          </a:p>
        </p:txBody>
      </p:sp>
      <p:sp>
        <p:nvSpPr>
          <p:cNvPr id="289816175" name=""/>
          <p:cNvSpPr txBox="1"/>
          <p:nvPr/>
        </p:nvSpPr>
        <p:spPr bwMode="auto">
          <a:xfrm rot="0" flipH="0" flipV="0">
            <a:off x="580707" y="2564404"/>
            <a:ext cx="9455780"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u="sng">
                <a:hlinkClick r:id="rId4" tooltip="https://github.com/anusha2403/Seasonal-Agriculture-Performance-Analysis"/>
              </a:rPr>
              <a:t>https://github.com/anusha2403/Seasonal-Agriculture-Performance-Analysis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81613566" name="Picture 4"/>
          <p:cNvPicPr>
            <a:picLocks noChangeAspect="1"/>
          </p:cNvPicPr>
          <p:nvPr/>
        </p:nvPicPr>
        <p:blipFill rotWithShape="1">
          <a:blip r:embed="rId3"/>
          <a:srcRect l="0" t="96181" r="0" b="0"/>
          <a:stretch/>
        </p:blipFill>
        <p:spPr bwMode="auto">
          <a:xfrm>
            <a:off x="675957" y="6471919"/>
            <a:ext cx="2143125" cy="193040"/>
          </a:xfrm>
          <a:prstGeom prst="rect">
            <a:avLst/>
          </a:prstGeom>
        </p:spPr>
      </p:pic>
      <p:sp>
        <p:nvSpPr>
          <p:cNvPr id="1814025174" name="Text Placeholder 30"/>
          <p:cNvSpPr txBox="1"/>
          <p:nvPr/>
        </p:nvSpPr>
        <p:spPr bwMode="auto">
          <a:xfrm>
            <a:off x="320982" y="1275371"/>
            <a:ext cx="3343561" cy="666078"/>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1600">
                <a:solidFill>
                  <a:schemeClr val="tx1"/>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sz="2000"/>
          </a:p>
        </p:txBody>
      </p:sp>
      <p:sp>
        <p:nvSpPr>
          <p:cNvPr id="847275277" name="Text Placeholder 30"/>
          <p:cNvSpPr txBox="1"/>
          <p:nvPr/>
        </p:nvSpPr>
        <p:spPr bwMode="auto">
          <a:xfrm>
            <a:off x="4345694" y="1275371"/>
            <a:ext cx="3343561" cy="666078"/>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1600">
                <a:solidFill>
                  <a:schemeClr val="tx1"/>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sz="2000"/>
          </a:p>
        </p:txBody>
      </p:sp>
      <p:sp>
        <p:nvSpPr>
          <p:cNvPr id="698343252" name="TextBox 8"/>
          <p:cNvSpPr txBox="1"/>
          <p:nvPr/>
        </p:nvSpPr>
        <p:spPr bwMode="auto">
          <a:xfrm>
            <a:off x="658368" y="347472"/>
            <a:ext cx="8778240" cy="640080"/>
          </a:xfrm>
          <a:prstGeom prst="rect">
            <a:avLst/>
          </a:prstGeom>
          <a:noFill/>
        </p:spPr>
        <p:txBody>
          <a:bodyPr wrap="none">
            <a:spAutoFit/>
          </a:bodyPr>
          <a:lstStyle/>
          <a:p>
            <a:pPr>
              <a:defRPr sz="2800" b="1">
                <a:solidFill>
                  <a:srgbClr val="000000"/>
                </a:solidFill>
                <a:latin typeface="Arial"/>
              </a:defRPr>
            </a:pPr>
            <a:r>
              <a:rPr/>
              <a:t>VOIS COURSE COMPLETION CERTIFICATE</a:t>
            </a:r>
            <a:endParaRPr/>
          </a:p>
        </p:txBody>
      </p:sp>
      <p:pic>
        <p:nvPicPr>
          <p:cNvPr id="639665944" name=""/>
          <p:cNvPicPr>
            <a:picLocks noChangeAspect="1"/>
          </p:cNvPicPr>
          <p:nvPr/>
        </p:nvPicPr>
        <p:blipFill rotWithShape="1">
          <a:blip r:embed="rId4"/>
          <a:stretch/>
        </p:blipFill>
        <p:spPr bwMode="auto">
          <a:xfrm>
            <a:off x="5195999" y="2529000"/>
            <a:ext cx="1800000" cy="1800000"/>
          </a:xfrm>
          <a:prstGeom prst="rect">
            <a:avLst/>
          </a:prstGeom>
        </p:spPr>
      </p:pic>
      <p:pic>
        <p:nvPicPr>
          <p:cNvPr id="1077247473" name=""/>
          <p:cNvPicPr>
            <a:picLocks noChangeAspect="1"/>
          </p:cNvPicPr>
          <p:nvPr/>
        </p:nvPicPr>
        <p:blipFill rotWithShape="1">
          <a:blip r:embed="rId5"/>
          <a:stretch/>
        </p:blipFill>
        <p:spPr bwMode="auto">
          <a:xfrm>
            <a:off x="2376599" y="1452562"/>
            <a:ext cx="5638799" cy="404812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90430036" name="Text Placeholder 28"/>
          <p:cNvSpPr txBox="1"/>
          <p:nvPr/>
        </p:nvSpPr>
        <p:spPr bwMode="auto">
          <a:xfrm>
            <a:off x="878337" y="4134780"/>
            <a:ext cx="2596574" cy="453919"/>
          </a:xfrm>
          <a:prstGeom prst="rect">
            <a:avLst/>
          </a:prstGeom>
        </p:spPr>
        <p:txBody>
          <a:bodyPr vert="horz" lIns="91440" tIns="45720" rIns="91440" bIns="45720" rtlCol="0">
            <a:normAutofit lnSpcReduction="10000"/>
          </a:bodyPr>
          <a:lstStyle>
            <a:lvl1pPr marL="0" indent="0" algn="ctr" defTabSz="457200" rtl="0">
              <a:spcBef>
                <a:spcPts val="1000"/>
              </a:spcBef>
              <a:spcAft>
                <a:spcPts val="0"/>
              </a:spcAft>
              <a:buClr>
                <a:schemeClr val="accent1"/>
              </a:buClr>
              <a:buSzPct val="80000"/>
              <a:buFont typeface="Wingdings 3"/>
              <a:buNone/>
              <a:defRPr lang="en-US" sz="2000" b="1">
                <a:solidFill>
                  <a:schemeClr val="accent4"/>
                </a:solidFill>
                <a:latin typeface="+mj-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IN" sz="2400"/>
          </a:p>
        </p:txBody>
      </p:sp>
      <p:sp>
        <p:nvSpPr>
          <p:cNvPr id="269755955" name="Text Placeholder 28"/>
          <p:cNvSpPr txBox="1"/>
          <p:nvPr/>
        </p:nvSpPr>
        <p:spPr bwMode="auto">
          <a:xfrm>
            <a:off x="5353508" y="3962573"/>
            <a:ext cx="2596574" cy="453919"/>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2000" b="1">
                <a:solidFill>
                  <a:schemeClr val="accent4"/>
                </a:solidFill>
                <a:latin typeface="+mj-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IN" sz="2200"/>
          </a:p>
        </p:txBody>
      </p:sp>
      <p:sp>
        <p:nvSpPr>
          <p:cNvPr id="1168820776" name="Text Placeholder 28"/>
          <p:cNvSpPr txBox="1"/>
          <p:nvPr/>
        </p:nvSpPr>
        <p:spPr bwMode="auto">
          <a:xfrm>
            <a:off x="7789163" y="3962572"/>
            <a:ext cx="2596574" cy="453919"/>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2000" b="1">
                <a:solidFill>
                  <a:schemeClr val="accent4"/>
                </a:solidFill>
                <a:latin typeface="+mj-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IN" sz="2200"/>
          </a:p>
        </p:txBody>
      </p:sp>
      <p:sp>
        <p:nvSpPr>
          <p:cNvPr id="1790317510" name="Text Placeholder 30"/>
          <p:cNvSpPr txBox="1"/>
          <p:nvPr/>
        </p:nvSpPr>
        <p:spPr bwMode="auto">
          <a:xfrm>
            <a:off x="6096000" y="4641924"/>
            <a:ext cx="2139695" cy="1108635"/>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1600">
                <a:solidFill>
                  <a:schemeClr val="tx1"/>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a:p>
        </p:txBody>
      </p:sp>
      <p:pic>
        <p:nvPicPr>
          <p:cNvPr id="433402376" name="Picture 14"/>
          <p:cNvPicPr>
            <a:picLocks noChangeAspect="1"/>
          </p:cNvPicPr>
          <p:nvPr/>
        </p:nvPicPr>
        <p:blipFill rotWithShape="1">
          <a:blip r:embed="rId3"/>
          <a:srcRect l="0" t="96181" r="0" b="0"/>
          <a:stretch/>
        </p:blipFill>
        <p:spPr bwMode="auto">
          <a:xfrm>
            <a:off x="675957" y="6471919"/>
            <a:ext cx="2143125" cy="193040"/>
          </a:xfrm>
          <a:prstGeom prst="rect">
            <a:avLst/>
          </a:prstGeom>
        </p:spPr>
      </p:pic>
      <p:sp>
        <p:nvSpPr>
          <p:cNvPr id="1059179839" name="TextBox 30"/>
          <p:cNvSpPr txBox="1"/>
          <p:nvPr/>
        </p:nvSpPr>
        <p:spPr bwMode="auto">
          <a:xfrm>
            <a:off x="1695907" y="2981324"/>
            <a:ext cx="7315200" cy="914400"/>
          </a:xfrm>
          <a:prstGeom prst="rect">
            <a:avLst/>
          </a:prstGeom>
          <a:noFill/>
        </p:spPr>
        <p:txBody>
          <a:bodyPr wrap="none">
            <a:spAutoFit/>
          </a:bodyPr>
          <a:lstStyle/>
          <a:p>
            <a:pPr algn="ctr">
              <a:defRPr sz="4200" b="1">
                <a:solidFill>
                  <a:srgbClr val="1C3141"/>
                </a:solidFill>
              </a:defRPr>
            </a:pPr>
            <a:r>
              <a:rPr/>
              <a:t>THANK YOU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Arial"/>
        <a:cs typeface="Arial"/>
      </a:majorFont>
      <a:minorFont>
        <a:latin typeface="Trebuchet MS"/>
        <a:ea typeface="Arial"/>
        <a:cs typeface="Arial"/>
      </a:minorFont>
    </a:fontScheme>
    <a:fmtScheme name="Facet">
      <a:fillStyleLst>
        <a:solidFill>
          <a:schemeClr val="phClr"/>
        </a:solidFill>
        <a:gradFill>
          <a:gsLst>
            <a:gs pos="0">
              <a:schemeClr val="phClr">
                <a:tint val="65000"/>
                <a:lumMod val="110000"/>
              </a:schemeClr>
            </a:gs>
            <a:gs pos="88000">
              <a:schemeClr val="phClr">
                <a:tint val="90000"/>
              </a:schemeClr>
            </a:gs>
          </a:gsLst>
          <a:lin ang="5400000" scaled="0"/>
        </a:gradFill>
        <a:gradFill>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gradFill>
        <a:gradFill>
          <a:gsLst>
            <a:gs pos="0">
              <a:schemeClr val="phClr">
                <a:tint val="90000"/>
                <a:lumMod val="110000"/>
              </a:schemeClr>
            </a:gs>
            <a:gs pos="100000">
              <a:schemeClr val="phClr">
                <a:shade val="94000"/>
                <a:lumMod val="96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customXml/_rels/item1.xml.rels><?xml version="1.0" encoding="UTF-8" standalone="yes"?><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This value indicates the number of saves or revisions. The application is responsible for updating this value after each revision.</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www.w3.org/2000/xmlns/"/>
    <ds:schemaRef ds:uri="71af3243-3dd4-4a8d-8c0d-dd76da1f02a5"/>
    <ds:schemaRef ds:uri="http://www.w3.org/2001/XMLSchema-instance"/>
    <ds:schemaRef ds:uri="http://schemas.microsoft.com/office/infopath/2007/PartnerControl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0/xmlns/"/>
    <ds:schemaRef ds:uri="http://www.w3.org/2001/XMLSchema"/>
    <ds:schemaRef ds:uri="71af3243-3dd4-4a8d-8c0d-dd76da1f02a5"/>
    <ds:schemaRef ds:uri="16c05727-aa75-4e4a-9b5f-8a80a1165891"/>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www.w3.org/2001/XMLSchema-instance"/>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0</TotalTime>
  <Words>0</Words>
  <Application>ONLYOFFICE/9.4.0.129</Application>
  <PresentationFormat>On-screen Show (4:3)</PresentationFormat>
  <Paragraphs>0</Paragraphs>
  <Slides>14</Slides>
  <Notes>14</Notes>
  <HiddenSlides>0</HiddenSlides>
  <MMClips>2</MMClips>
  <ScaleCrop>0</ScaleCrop>
  <HeadingPairs>
    <vt:vector size="4" baseType="variant">
      <vt:variant>
        <vt:lpstr>Theme</vt:lpstr>
      </vt:variant>
      <vt:variant>
        <vt:i4>1</vt:i4>
      </vt:variant>
      <vt:variant>
        <vt:lpstr>Slide Titles</vt:lpstr>
      </vt:variant>
      <vt:variant>
        <vt:i4>14</vt:i4>
      </vt:variant>
    </vt:vector>
  </HeadingPairs>
  <TitlesOfParts>
    <vt:vector size="15"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
  <cp:revision>100</cp:revision>
  <dcterms:created xsi:type="dcterms:W3CDTF">2021-07-11T13:13:15Z</dcterms:created>
  <dcterms:modified xsi:type="dcterms:W3CDTF">2026-09-06T12:44:38Z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